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7E6"/>
    <a:srgbClr val="3366CC"/>
    <a:srgbClr val="B4E0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03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iye Miriyeva" userId="db225c952d453247" providerId="LiveId" clId="{A242759D-44EB-4932-903D-EDDB77530649}"/>
    <pc:docChg chg="undo custSel addSld delSld modSld sldOrd modMainMaster">
      <pc:chgData name="Lamiye Miriyeva" userId="db225c952d453247" providerId="LiveId" clId="{A242759D-44EB-4932-903D-EDDB77530649}" dt="2025-11-23T07:08:31.361" v="1406" actId="207"/>
      <pc:docMkLst>
        <pc:docMk/>
      </pc:docMkLst>
      <pc:sldChg chg="addSp delSp modSp setBg">
        <pc:chgData name="Lamiye Miriyeva" userId="db225c952d453247" providerId="LiveId" clId="{A242759D-44EB-4932-903D-EDDB77530649}" dt="2025-11-23T07:02:10.740" v="1304"/>
        <pc:sldMkLst>
          <pc:docMk/>
          <pc:sldMk cId="2503247011" sldId="257"/>
        </pc:sldMkLst>
        <pc:picChg chg="add del mod">
          <ac:chgData name="Lamiye Miriyeva" userId="db225c952d453247" providerId="LiveId" clId="{A242759D-44EB-4932-903D-EDDB77530649}" dt="2025-11-23T07:02:10.740" v="1304"/>
          <ac:picMkLst>
            <pc:docMk/>
            <pc:sldMk cId="2503247011" sldId="257"/>
            <ac:picMk id="6" creationId="{4481F6AA-E4CB-4727-A443-0F296E7E63B3}"/>
          </ac:picMkLst>
        </pc:picChg>
      </pc:sldChg>
      <pc:sldChg chg="setBg">
        <pc:chgData name="Lamiye Miriyeva" userId="db225c952d453247" providerId="LiveId" clId="{A242759D-44EB-4932-903D-EDDB77530649}" dt="2025-11-22T21:54:58.436" v="4"/>
        <pc:sldMkLst>
          <pc:docMk/>
          <pc:sldMk cId="2269761455" sldId="258"/>
        </pc:sldMkLst>
      </pc:sldChg>
      <pc:sldChg chg="addSp modSp add del mod modTransition setBg">
        <pc:chgData name="Lamiye Miriyeva" userId="db225c952d453247" providerId="LiveId" clId="{A242759D-44EB-4932-903D-EDDB77530649}" dt="2025-11-23T06:30:18.005" v="726" actId="2696"/>
        <pc:sldMkLst>
          <pc:docMk/>
          <pc:sldMk cId="235640476" sldId="259"/>
        </pc:sldMkLst>
        <pc:spChg chg="mod">
          <ac:chgData name="Lamiye Miriyeva" userId="db225c952d453247" providerId="LiveId" clId="{A242759D-44EB-4932-903D-EDDB77530649}" dt="2025-11-22T21:59:48.012" v="81" actId="14100"/>
          <ac:spMkLst>
            <pc:docMk/>
            <pc:sldMk cId="235640476" sldId="259"/>
            <ac:spMk id="9" creationId="{C7D16311-6CD1-4E24-8F9E-268AB9FAA70A}"/>
          </ac:spMkLst>
        </pc:spChg>
        <pc:spChg chg="mod">
          <ac:chgData name="Lamiye Miriyeva" userId="db225c952d453247" providerId="LiveId" clId="{A242759D-44EB-4932-903D-EDDB77530649}" dt="2025-11-22T21:59:36.346" v="77" actId="1076"/>
          <ac:spMkLst>
            <pc:docMk/>
            <pc:sldMk cId="235640476" sldId="259"/>
            <ac:spMk id="10" creationId="{2804A2E8-D243-4D4C-9585-DC4E33566F6B}"/>
          </ac:spMkLst>
        </pc:spChg>
        <pc:spChg chg="add mod">
          <ac:chgData name="Lamiye Miriyeva" userId="db225c952d453247" providerId="LiveId" clId="{A242759D-44EB-4932-903D-EDDB77530649}" dt="2025-11-23T05:44:59.545" v="215" actId="14861"/>
          <ac:spMkLst>
            <pc:docMk/>
            <pc:sldMk cId="235640476" sldId="259"/>
            <ac:spMk id="32" creationId="{9D329D99-EF3A-4990-84D7-35FA4D8579BF}"/>
          </ac:spMkLst>
        </pc:spChg>
        <pc:picChg chg="mod">
          <ac:chgData name="Lamiye Miriyeva" userId="db225c952d453247" providerId="LiveId" clId="{A242759D-44EB-4932-903D-EDDB77530649}" dt="2025-11-22T21:58:57.765" v="70" actId="1076"/>
          <ac:picMkLst>
            <pc:docMk/>
            <pc:sldMk cId="235640476" sldId="259"/>
            <ac:picMk id="2054" creationId="{D11F3724-6B4A-4542-A467-6607E6057BF3}"/>
          </ac:picMkLst>
        </pc:picChg>
      </pc:sldChg>
      <pc:sldChg chg="addSp modSp mod setBg">
        <pc:chgData name="Lamiye Miriyeva" userId="db225c952d453247" providerId="LiveId" clId="{A242759D-44EB-4932-903D-EDDB77530649}" dt="2025-11-23T05:44:48.573" v="214" actId="14861"/>
        <pc:sldMkLst>
          <pc:docMk/>
          <pc:sldMk cId="552375639" sldId="260"/>
        </pc:sldMkLst>
        <pc:spChg chg="mod">
          <ac:chgData name="Lamiye Miriyeva" userId="db225c952d453247" providerId="LiveId" clId="{A242759D-44EB-4932-903D-EDDB77530649}" dt="2025-11-23T05:44:22.742" v="213" actId="1076"/>
          <ac:spMkLst>
            <pc:docMk/>
            <pc:sldMk cId="552375639" sldId="260"/>
            <ac:spMk id="70" creationId="{C5AC2F98-3846-45DD-9D7C-68D024178130}"/>
          </ac:spMkLst>
        </pc:spChg>
        <pc:spChg chg="add mod">
          <ac:chgData name="Lamiye Miriyeva" userId="db225c952d453247" providerId="LiveId" clId="{A242759D-44EB-4932-903D-EDDB77530649}" dt="2025-11-23T05:44:48.573" v="214" actId="14861"/>
          <ac:spMkLst>
            <pc:docMk/>
            <pc:sldMk cId="552375639" sldId="260"/>
            <ac:spMk id="71" creationId="{8F5D8083-F087-4600-92DF-FE09BDF9D2E0}"/>
          </ac:spMkLst>
        </pc:spChg>
      </pc:sldChg>
      <pc:sldChg chg="addSp delSp modSp mod setBg">
        <pc:chgData name="Lamiye Miriyeva" userId="db225c952d453247" providerId="LiveId" clId="{A242759D-44EB-4932-903D-EDDB77530649}" dt="2025-11-23T06:36:21.066" v="843" actId="1076"/>
        <pc:sldMkLst>
          <pc:docMk/>
          <pc:sldMk cId="1010505479" sldId="261"/>
        </pc:sldMkLst>
        <pc:spChg chg="add del mod">
          <ac:chgData name="Lamiye Miriyeva" userId="db225c952d453247" providerId="LiveId" clId="{A242759D-44EB-4932-903D-EDDB77530649}" dt="2025-11-23T06:24:58.107" v="649" actId="21"/>
          <ac:spMkLst>
            <pc:docMk/>
            <pc:sldMk cId="1010505479" sldId="261"/>
            <ac:spMk id="7" creationId="{AE5EF39C-192F-4E10-87F4-6795EDACF468}"/>
          </ac:spMkLst>
        </pc:spChg>
        <pc:spChg chg="add mod ord">
          <ac:chgData name="Lamiye Miriyeva" userId="db225c952d453247" providerId="LiveId" clId="{A242759D-44EB-4932-903D-EDDB77530649}" dt="2025-11-23T05:45:11.491" v="216" actId="14861"/>
          <ac:spMkLst>
            <pc:docMk/>
            <pc:sldMk cId="1010505479" sldId="261"/>
            <ac:spMk id="29" creationId="{397B0E92-F749-4805-A6C0-7D2F486978E4}"/>
          </ac:spMkLst>
        </pc:spChg>
        <pc:spChg chg="mod">
          <ac:chgData name="Lamiye Miriyeva" userId="db225c952d453247" providerId="LiveId" clId="{A242759D-44EB-4932-903D-EDDB77530649}" dt="2025-11-23T06:36:21.066" v="843" actId="1076"/>
          <ac:spMkLst>
            <pc:docMk/>
            <pc:sldMk cId="1010505479" sldId="261"/>
            <ac:spMk id="43" creationId="{80A4A48D-FD88-4435-8D6C-27E492B55F64}"/>
          </ac:spMkLst>
        </pc:spChg>
        <pc:grpChg chg="add del mod">
          <ac:chgData name="Lamiye Miriyeva" userId="db225c952d453247" providerId="LiveId" clId="{A242759D-44EB-4932-903D-EDDB77530649}" dt="2025-11-23T06:33:16.862" v="766"/>
          <ac:grpSpMkLst>
            <pc:docMk/>
            <pc:sldMk cId="1010505479" sldId="261"/>
            <ac:grpSpMk id="8" creationId="{E46FB353-B676-4C42-AB7A-8FAC82333C9C}"/>
          </ac:grpSpMkLst>
        </pc:grpChg>
        <pc:grpChg chg="mod">
          <ac:chgData name="Lamiye Miriyeva" userId="db225c952d453247" providerId="LiveId" clId="{A242759D-44EB-4932-903D-EDDB77530649}" dt="2025-11-23T06:33:14.835" v="765"/>
          <ac:grpSpMkLst>
            <pc:docMk/>
            <pc:sldMk cId="1010505479" sldId="261"/>
            <ac:grpSpMk id="9" creationId="{A85C813A-704E-4BC0-BB65-76FF00588E86}"/>
          </ac:grpSpMkLst>
        </pc:grpChg>
        <pc:grpChg chg="mod">
          <ac:chgData name="Lamiye Miriyeva" userId="db225c952d453247" providerId="LiveId" clId="{A242759D-44EB-4932-903D-EDDB77530649}" dt="2025-11-23T06:33:14.835" v="765"/>
          <ac:grpSpMkLst>
            <pc:docMk/>
            <pc:sldMk cId="1010505479" sldId="261"/>
            <ac:grpSpMk id="10" creationId="{3E09A651-6172-4777-B53D-E164181A33D1}"/>
          </ac:grpSpMkLst>
        </pc:grpChg>
        <pc:picChg chg="mod">
          <ac:chgData name="Lamiye Miriyeva" userId="db225c952d453247" providerId="LiveId" clId="{A242759D-44EB-4932-903D-EDDB77530649}" dt="2025-11-23T06:33:14.835" v="765"/>
          <ac:picMkLst>
            <pc:docMk/>
            <pc:sldMk cId="1010505479" sldId="261"/>
            <ac:picMk id="11" creationId="{0E686B28-E410-44D1-AABF-1123F92CD603}"/>
          </ac:picMkLst>
        </pc:picChg>
        <pc:picChg chg="mod">
          <ac:chgData name="Lamiye Miriyeva" userId="db225c952d453247" providerId="LiveId" clId="{A242759D-44EB-4932-903D-EDDB77530649}" dt="2025-11-23T06:33:14.835" v="765"/>
          <ac:picMkLst>
            <pc:docMk/>
            <pc:sldMk cId="1010505479" sldId="261"/>
            <ac:picMk id="12" creationId="{2D33F4CC-F500-4579-AA99-A29FE8AD24F0}"/>
          </ac:picMkLst>
        </pc:picChg>
        <pc:picChg chg="mod">
          <ac:chgData name="Lamiye Miriyeva" userId="db225c952d453247" providerId="LiveId" clId="{A242759D-44EB-4932-903D-EDDB77530649}" dt="2025-11-23T06:33:14.835" v="765"/>
          <ac:picMkLst>
            <pc:docMk/>
            <pc:sldMk cId="1010505479" sldId="261"/>
            <ac:picMk id="13" creationId="{903F47A5-6CF4-42D9-B920-D38CBA3483BF}"/>
          </ac:picMkLst>
        </pc:picChg>
        <pc:picChg chg="mod">
          <ac:chgData name="Lamiye Miriyeva" userId="db225c952d453247" providerId="LiveId" clId="{A242759D-44EB-4932-903D-EDDB77530649}" dt="2025-11-23T06:33:14.835" v="765"/>
          <ac:picMkLst>
            <pc:docMk/>
            <pc:sldMk cId="1010505479" sldId="261"/>
            <ac:picMk id="14" creationId="{91E821FF-133F-496C-8971-E924BD7AB3FB}"/>
          </ac:picMkLst>
        </pc:picChg>
        <pc:picChg chg="mod">
          <ac:chgData name="Lamiye Miriyeva" userId="db225c952d453247" providerId="LiveId" clId="{A242759D-44EB-4932-903D-EDDB77530649}" dt="2025-11-23T06:33:14.835" v="765"/>
          <ac:picMkLst>
            <pc:docMk/>
            <pc:sldMk cId="1010505479" sldId="261"/>
            <ac:picMk id="15" creationId="{FE685AED-AF3E-4BAC-8199-5302F90506F2}"/>
          </ac:picMkLst>
        </pc:picChg>
        <pc:picChg chg="mod">
          <ac:chgData name="Lamiye Miriyeva" userId="db225c952d453247" providerId="LiveId" clId="{A242759D-44EB-4932-903D-EDDB77530649}" dt="2025-11-23T06:33:14.835" v="765"/>
          <ac:picMkLst>
            <pc:docMk/>
            <pc:sldMk cId="1010505479" sldId="261"/>
            <ac:picMk id="16" creationId="{E0E64153-E214-4FE7-AD79-CED23635F5A8}"/>
          </ac:picMkLst>
        </pc:picChg>
        <pc:picChg chg="mod">
          <ac:chgData name="Lamiye Miriyeva" userId="db225c952d453247" providerId="LiveId" clId="{A242759D-44EB-4932-903D-EDDB77530649}" dt="2025-11-23T06:33:14.835" v="765"/>
          <ac:picMkLst>
            <pc:docMk/>
            <pc:sldMk cId="1010505479" sldId="261"/>
            <ac:picMk id="17" creationId="{55AD7604-88FD-45CF-9DFB-6C9261996968}"/>
          </ac:picMkLst>
        </pc:picChg>
        <pc:picChg chg="mod">
          <ac:chgData name="Lamiye Miriyeva" userId="db225c952d453247" providerId="LiveId" clId="{A242759D-44EB-4932-903D-EDDB77530649}" dt="2025-11-23T06:33:14.835" v="765"/>
          <ac:picMkLst>
            <pc:docMk/>
            <pc:sldMk cId="1010505479" sldId="261"/>
            <ac:picMk id="18" creationId="{422E5E32-87DE-45C1-A4CC-FE0B0FBBE47D}"/>
          </ac:picMkLst>
        </pc:picChg>
      </pc:sldChg>
      <pc:sldChg chg="addSp delSp modSp mod modAnim">
        <pc:chgData name="Lamiye Miriyeva" userId="db225c952d453247" providerId="LiveId" clId="{A242759D-44EB-4932-903D-EDDB77530649}" dt="2025-11-23T05:48:38.287" v="228"/>
        <pc:sldMkLst>
          <pc:docMk/>
          <pc:sldMk cId="2637189914" sldId="262"/>
        </pc:sldMkLst>
        <pc:spChg chg="mod">
          <ac:chgData name="Lamiye Miriyeva" userId="db225c952d453247" providerId="LiveId" clId="{A242759D-44EB-4932-903D-EDDB77530649}" dt="2025-11-22T21:57:12.624" v="29" actId="14100"/>
          <ac:spMkLst>
            <pc:docMk/>
            <pc:sldMk cId="2637189914" sldId="262"/>
            <ac:spMk id="5" creationId="{4035E69D-CA43-4BC0-B149-BEFA8546E670}"/>
          </ac:spMkLst>
        </pc:spChg>
        <pc:spChg chg="add mod ord">
          <ac:chgData name="Lamiye Miriyeva" userId="db225c952d453247" providerId="LiveId" clId="{A242759D-44EB-4932-903D-EDDB77530649}" dt="2025-11-22T21:57:55.452" v="55" actId="14100"/>
          <ac:spMkLst>
            <pc:docMk/>
            <pc:sldMk cId="2637189914" sldId="262"/>
            <ac:spMk id="31" creationId="{D91238C4-DA99-430B-8C97-8CD71D57587E}"/>
          </ac:spMkLst>
        </pc:spChg>
        <pc:spChg chg="mod">
          <ac:chgData name="Lamiye Miriyeva" userId="db225c952d453247" providerId="LiveId" clId="{A242759D-44EB-4932-903D-EDDB77530649}" dt="2025-11-23T05:48:08.141" v="224" actId="1076"/>
          <ac:spMkLst>
            <pc:docMk/>
            <pc:sldMk cId="2637189914" sldId="262"/>
            <ac:spMk id="43" creationId="{80A4A48D-FD88-4435-8D6C-27E492B55F64}"/>
          </ac:spMkLst>
        </pc:spChg>
        <pc:grpChg chg="add mod">
          <ac:chgData name="Lamiye Miriyeva" userId="db225c952d453247" providerId="LiveId" clId="{A242759D-44EB-4932-903D-EDDB77530649}" dt="2025-11-23T05:45:54.501" v="218" actId="164"/>
          <ac:grpSpMkLst>
            <pc:docMk/>
            <pc:sldMk cId="2637189914" sldId="262"/>
            <ac:grpSpMk id="2" creationId="{04D8A3B9-32FA-46AC-B6EE-7CDC25D77BD0}"/>
          </ac:grpSpMkLst>
        </pc:grpChg>
        <pc:grpChg chg="add mod">
          <ac:chgData name="Lamiye Miriyeva" userId="db225c952d453247" providerId="LiveId" clId="{A242759D-44EB-4932-903D-EDDB77530649}" dt="2025-11-22T22:07:30.770" v="208" actId="14100"/>
          <ac:grpSpMkLst>
            <pc:docMk/>
            <pc:sldMk cId="2637189914" sldId="262"/>
            <ac:grpSpMk id="38" creationId="{739821A9-C5FE-4063-B6CB-C6F9C574F4E5}"/>
          </ac:grpSpMkLst>
        </pc:grpChg>
        <pc:picChg chg="add del mod">
          <ac:chgData name="Lamiye Miriyeva" userId="db225c952d453247" providerId="LiveId" clId="{A242759D-44EB-4932-903D-EDDB77530649}" dt="2025-11-22T22:02:50.465" v="114" actId="478"/>
          <ac:picMkLst>
            <pc:docMk/>
            <pc:sldMk cId="2637189914" sldId="262"/>
            <ac:picMk id="30" creationId="{7EFEE38E-410C-4985-9774-E093ECB09FA0}"/>
          </ac:picMkLst>
        </pc:picChg>
        <pc:picChg chg="add mod">
          <ac:chgData name="Lamiye Miriyeva" userId="db225c952d453247" providerId="LiveId" clId="{A242759D-44EB-4932-903D-EDDB77530649}" dt="2025-11-23T05:45:54.501" v="218" actId="164"/>
          <ac:picMkLst>
            <pc:docMk/>
            <pc:sldMk cId="2637189914" sldId="262"/>
            <ac:picMk id="33" creationId="{FEA3C31A-5991-47FB-A55D-D09C44F5144A}"/>
          </ac:picMkLst>
        </pc:picChg>
        <pc:picChg chg="add del mod">
          <ac:chgData name="Lamiye Miriyeva" userId="db225c952d453247" providerId="LiveId" clId="{A242759D-44EB-4932-903D-EDDB77530649}" dt="2025-11-22T22:02:51.452" v="115" actId="478"/>
          <ac:picMkLst>
            <pc:docMk/>
            <pc:sldMk cId="2637189914" sldId="262"/>
            <ac:picMk id="35" creationId="{A3A3FB65-0EBC-4BB6-B2CF-CDD6FC7A098B}"/>
          </ac:picMkLst>
        </pc:picChg>
        <pc:picChg chg="add del mod">
          <ac:chgData name="Lamiye Miriyeva" userId="db225c952d453247" providerId="LiveId" clId="{A242759D-44EB-4932-903D-EDDB77530649}" dt="2025-11-22T22:02:49.341" v="113" actId="478"/>
          <ac:picMkLst>
            <pc:docMk/>
            <pc:sldMk cId="2637189914" sldId="262"/>
            <ac:picMk id="37" creationId="{4B4A28F0-DB5B-4B30-A824-DC705C9DD3DF}"/>
          </ac:picMkLst>
        </pc:picChg>
        <pc:picChg chg="add mod">
          <ac:chgData name="Lamiye Miriyeva" userId="db225c952d453247" providerId="LiveId" clId="{A242759D-44EB-4932-903D-EDDB77530649}" dt="2025-11-23T05:45:54.501" v="218" actId="164"/>
          <ac:picMkLst>
            <pc:docMk/>
            <pc:sldMk cId="2637189914" sldId="262"/>
            <ac:picMk id="40" creationId="{44A98249-45C4-4894-8824-68085FFBE796}"/>
          </ac:picMkLst>
        </pc:picChg>
        <pc:picChg chg="add mod">
          <ac:chgData name="Lamiye Miriyeva" userId="db225c952d453247" providerId="LiveId" clId="{A242759D-44EB-4932-903D-EDDB77530649}" dt="2025-11-23T05:45:54.501" v="218" actId="164"/>
          <ac:picMkLst>
            <pc:docMk/>
            <pc:sldMk cId="2637189914" sldId="262"/>
            <ac:picMk id="41" creationId="{D5EDFE98-5C6E-4E7F-A715-B2C1B0A3D48C}"/>
          </ac:picMkLst>
        </pc:picChg>
        <pc:picChg chg="add del mod">
          <ac:chgData name="Lamiye Miriyeva" userId="db225c952d453247" providerId="LiveId" clId="{A242759D-44EB-4932-903D-EDDB77530649}" dt="2025-11-22T22:05:37.263" v="182"/>
          <ac:picMkLst>
            <pc:docMk/>
            <pc:sldMk cId="2637189914" sldId="262"/>
            <ac:picMk id="42" creationId="{E6706A54-9B9A-413B-A6A1-8CF8F2420AA1}"/>
          </ac:picMkLst>
        </pc:picChg>
        <pc:picChg chg="add del mod">
          <ac:chgData name="Lamiye Miriyeva" userId="db225c952d453247" providerId="LiveId" clId="{A242759D-44EB-4932-903D-EDDB77530649}" dt="2025-11-22T22:05:37.263" v="182"/>
          <ac:picMkLst>
            <pc:docMk/>
            <pc:sldMk cId="2637189914" sldId="262"/>
            <ac:picMk id="44" creationId="{025B92A9-C5C9-4BED-99EA-B43F989624BC}"/>
          </ac:picMkLst>
        </pc:picChg>
        <pc:picChg chg="add del mod">
          <ac:chgData name="Lamiye Miriyeva" userId="db225c952d453247" providerId="LiveId" clId="{A242759D-44EB-4932-903D-EDDB77530649}" dt="2025-11-22T22:06:11.156" v="192" actId="478"/>
          <ac:picMkLst>
            <pc:docMk/>
            <pc:sldMk cId="2637189914" sldId="262"/>
            <ac:picMk id="45" creationId="{07F6F854-53C3-488D-A091-9893B835D6B6}"/>
          </ac:picMkLst>
        </pc:picChg>
        <pc:picChg chg="add del mod">
          <ac:chgData name="Lamiye Miriyeva" userId="db225c952d453247" providerId="LiveId" clId="{A242759D-44EB-4932-903D-EDDB77530649}" dt="2025-11-22T22:06:11.156" v="192" actId="478"/>
          <ac:picMkLst>
            <pc:docMk/>
            <pc:sldMk cId="2637189914" sldId="262"/>
            <ac:picMk id="46" creationId="{F71D6710-7776-434A-8368-957D7397D4AF}"/>
          </ac:picMkLst>
        </pc:picChg>
        <pc:picChg chg="add mod modCrop">
          <ac:chgData name="Lamiye Miriyeva" userId="db225c952d453247" providerId="LiveId" clId="{A242759D-44EB-4932-903D-EDDB77530649}" dt="2025-11-23T05:45:54.501" v="218" actId="164"/>
          <ac:picMkLst>
            <pc:docMk/>
            <pc:sldMk cId="2637189914" sldId="262"/>
            <ac:picMk id="47" creationId="{DF95FFA5-EF5B-489D-A797-25DB46856A45}"/>
          </ac:picMkLst>
        </pc:picChg>
        <pc:picChg chg="add mod">
          <ac:chgData name="Lamiye Miriyeva" userId="db225c952d453247" providerId="LiveId" clId="{A242759D-44EB-4932-903D-EDDB77530649}" dt="2025-11-22T22:07:13.466" v="204" actId="164"/>
          <ac:picMkLst>
            <pc:docMk/>
            <pc:sldMk cId="2637189914" sldId="262"/>
            <ac:picMk id="48" creationId="{29C72A29-D60B-45C8-813B-8410EA8FBB44}"/>
          </ac:picMkLst>
        </pc:picChg>
        <pc:picChg chg="add mod">
          <ac:chgData name="Lamiye Miriyeva" userId="db225c952d453247" providerId="LiveId" clId="{A242759D-44EB-4932-903D-EDDB77530649}" dt="2025-11-22T22:07:13.466" v="204" actId="164"/>
          <ac:picMkLst>
            <pc:docMk/>
            <pc:sldMk cId="2637189914" sldId="262"/>
            <ac:picMk id="49" creationId="{5E7FC54B-F397-4510-80A3-A3F6BE957386}"/>
          </ac:picMkLst>
        </pc:picChg>
        <pc:picChg chg="add mod">
          <ac:chgData name="Lamiye Miriyeva" userId="db225c952d453247" providerId="LiveId" clId="{A242759D-44EB-4932-903D-EDDB77530649}" dt="2025-11-22T22:07:13.466" v="204" actId="164"/>
          <ac:picMkLst>
            <pc:docMk/>
            <pc:sldMk cId="2637189914" sldId="262"/>
            <ac:picMk id="50" creationId="{D5FCEC00-B430-425E-9B8C-D0919E90A3CF}"/>
          </ac:picMkLst>
        </pc:picChg>
        <pc:picChg chg="add mod">
          <ac:chgData name="Lamiye Miriyeva" userId="db225c952d453247" providerId="LiveId" clId="{A242759D-44EB-4932-903D-EDDB77530649}" dt="2025-11-22T22:07:13.466" v="204" actId="164"/>
          <ac:picMkLst>
            <pc:docMk/>
            <pc:sldMk cId="2637189914" sldId="262"/>
            <ac:picMk id="51" creationId="{906F2E29-6A30-44C8-B48C-D69DEDF4135C}"/>
          </ac:picMkLst>
        </pc:picChg>
      </pc:sldChg>
      <pc:sldChg chg="addSp delSp modSp new mod modTransition">
        <pc:chgData name="Lamiye Miriyeva" userId="db225c952d453247" providerId="LiveId" clId="{A242759D-44EB-4932-903D-EDDB77530649}" dt="2025-11-23T06:29:35.158" v="720"/>
        <pc:sldMkLst>
          <pc:docMk/>
          <pc:sldMk cId="1711476183" sldId="263"/>
        </pc:sldMkLst>
        <pc:spChg chg="add mod">
          <ac:chgData name="Lamiye Miriyeva" userId="db225c952d453247" providerId="LiveId" clId="{A242759D-44EB-4932-903D-EDDB77530649}" dt="2025-11-23T06:15:03.132" v="521" actId="207"/>
          <ac:spMkLst>
            <pc:docMk/>
            <pc:sldMk cId="1711476183" sldId="263"/>
            <ac:spMk id="4" creationId="{95A77E2D-D6A1-4E1F-8A3B-9604CED08CE2}"/>
          </ac:spMkLst>
        </pc:spChg>
        <pc:spChg chg="add mod ord">
          <ac:chgData name="Lamiye Miriyeva" userId="db225c952d453247" providerId="LiveId" clId="{A242759D-44EB-4932-903D-EDDB77530649}" dt="2025-11-23T06:10:49.254" v="414" actId="164"/>
          <ac:spMkLst>
            <pc:docMk/>
            <pc:sldMk cId="1711476183" sldId="263"/>
            <ac:spMk id="5" creationId="{5D3860BF-75DB-4A6A-AFA3-39A0F4909438}"/>
          </ac:spMkLst>
        </pc:spChg>
        <pc:spChg chg="add del mod">
          <ac:chgData name="Lamiye Miriyeva" userId="db225c952d453247" providerId="LiveId" clId="{A242759D-44EB-4932-903D-EDDB77530649}" dt="2025-11-23T05:57:50.080" v="356" actId="478"/>
          <ac:spMkLst>
            <pc:docMk/>
            <pc:sldMk cId="1711476183" sldId="263"/>
            <ac:spMk id="6" creationId="{6B809FF5-7E1E-40BA-866D-96081A315A40}"/>
          </ac:spMkLst>
        </pc:spChg>
        <pc:spChg chg="add mod">
          <ac:chgData name="Lamiye Miriyeva" userId="db225c952d453247" providerId="LiveId" clId="{A242759D-44EB-4932-903D-EDDB77530649}" dt="2025-11-23T06:00:13.515" v="372" actId="14100"/>
          <ac:spMkLst>
            <pc:docMk/>
            <pc:sldMk cId="1711476183" sldId="263"/>
            <ac:spMk id="7" creationId="{D6F80A84-B455-4181-9CED-4502EFEDBB74}"/>
          </ac:spMkLst>
        </pc:spChg>
        <pc:spChg chg="add del mod">
          <ac:chgData name="Lamiye Miriyeva" userId="db225c952d453247" providerId="LiveId" clId="{A242759D-44EB-4932-903D-EDDB77530649}" dt="2025-11-23T05:57:52.309" v="358"/>
          <ac:spMkLst>
            <pc:docMk/>
            <pc:sldMk cId="1711476183" sldId="263"/>
            <ac:spMk id="8" creationId="{E44AAB91-D30D-43CC-8D03-DEF2FCC51A0F}"/>
          </ac:spMkLst>
        </pc:spChg>
        <pc:spChg chg="add mod">
          <ac:chgData name="Lamiye Miriyeva" userId="db225c952d453247" providerId="LiveId" clId="{A242759D-44EB-4932-903D-EDDB77530649}" dt="2025-11-23T06:00:18.431" v="373" actId="14100"/>
          <ac:spMkLst>
            <pc:docMk/>
            <pc:sldMk cId="1711476183" sldId="263"/>
            <ac:spMk id="9" creationId="{BC12252E-4303-4D7B-AE88-48F3CEA0CD49}"/>
          </ac:spMkLst>
        </pc:spChg>
        <pc:spChg chg="add del mod">
          <ac:chgData name="Lamiye Miriyeva" userId="db225c952d453247" providerId="LiveId" clId="{A242759D-44EB-4932-903D-EDDB77530649}" dt="2025-11-23T06:01:52.910" v="385" actId="478"/>
          <ac:spMkLst>
            <pc:docMk/>
            <pc:sldMk cId="1711476183" sldId="263"/>
            <ac:spMk id="11" creationId="{A39184D9-8719-4DFF-87D9-FCC79BECF69D}"/>
          </ac:spMkLst>
        </pc:spChg>
        <pc:spChg chg="add del mod">
          <ac:chgData name="Lamiye Miriyeva" userId="db225c952d453247" providerId="LiveId" clId="{A242759D-44EB-4932-903D-EDDB77530649}" dt="2025-11-23T06:01:52.910" v="385" actId="478"/>
          <ac:spMkLst>
            <pc:docMk/>
            <pc:sldMk cId="1711476183" sldId="263"/>
            <ac:spMk id="12" creationId="{B2A19D45-6EDA-4D94-BAA5-42ABC167F996}"/>
          </ac:spMkLst>
        </pc:spChg>
        <pc:spChg chg="add del mod">
          <ac:chgData name="Lamiye Miriyeva" userId="db225c952d453247" providerId="LiveId" clId="{A242759D-44EB-4932-903D-EDDB77530649}" dt="2025-11-23T06:01:52.910" v="385" actId="478"/>
          <ac:spMkLst>
            <pc:docMk/>
            <pc:sldMk cId="1711476183" sldId="263"/>
            <ac:spMk id="13" creationId="{26081BF1-E385-40F2-A67D-F74DEF21A5B0}"/>
          </ac:spMkLst>
        </pc:spChg>
        <pc:spChg chg="add del mod ord">
          <ac:chgData name="Lamiye Miriyeva" userId="db225c952d453247" providerId="LiveId" clId="{A242759D-44EB-4932-903D-EDDB77530649}" dt="2025-11-23T06:01:52.910" v="385" actId="478"/>
          <ac:spMkLst>
            <pc:docMk/>
            <pc:sldMk cId="1711476183" sldId="263"/>
            <ac:spMk id="14" creationId="{2D2C1480-70E0-4571-A4C2-2042C38B1B1E}"/>
          </ac:spMkLst>
        </pc:spChg>
        <pc:grpChg chg="add mod">
          <ac:chgData name="Lamiye Miriyeva" userId="db225c952d453247" providerId="LiveId" clId="{A242759D-44EB-4932-903D-EDDB77530649}" dt="2025-11-23T06:10:49.254" v="414" actId="164"/>
          <ac:grpSpMkLst>
            <pc:docMk/>
            <pc:sldMk cId="1711476183" sldId="263"/>
            <ac:grpSpMk id="10" creationId="{3814DD2E-BD23-4884-A060-0E31A7846A6B}"/>
          </ac:grpSpMkLst>
        </pc:grpChg>
        <pc:grpChg chg="add mod ord">
          <ac:chgData name="Lamiye Miriyeva" userId="db225c952d453247" providerId="LiveId" clId="{A242759D-44EB-4932-903D-EDDB77530649}" dt="2025-11-23T06:28:55.284" v="715" actId="164"/>
          <ac:grpSpMkLst>
            <pc:docMk/>
            <pc:sldMk cId="1711476183" sldId="263"/>
            <ac:grpSpMk id="15" creationId="{89245FE0-ED80-4569-9320-D6D74AC5E56E}"/>
          </ac:grpSpMkLst>
        </pc:grpChg>
        <pc:grpChg chg="add del mod">
          <ac:chgData name="Lamiye Miriyeva" userId="db225c952d453247" providerId="LiveId" clId="{A242759D-44EB-4932-903D-EDDB77530649}" dt="2025-11-23T06:02:07.961" v="388"/>
          <ac:grpSpMkLst>
            <pc:docMk/>
            <pc:sldMk cId="1711476183" sldId="263"/>
            <ac:grpSpMk id="20" creationId="{00CE4EA5-6A39-46A9-BB1F-5EAC13D5D11C}"/>
          </ac:grpSpMkLst>
        </pc:grpChg>
        <pc:grpChg chg="add mod ord">
          <ac:chgData name="Lamiye Miriyeva" userId="db225c952d453247" providerId="LiveId" clId="{A242759D-44EB-4932-903D-EDDB77530649}" dt="2025-11-23T06:28:55.284" v="715" actId="164"/>
          <ac:grpSpMkLst>
            <pc:docMk/>
            <pc:sldMk cId="1711476183" sldId="263"/>
            <ac:grpSpMk id="25" creationId="{2D78E6D7-CD3C-4B41-918D-58F2241F61CC}"/>
          </ac:grpSpMkLst>
        </pc:grpChg>
        <pc:grpChg chg="add mod ord">
          <ac:chgData name="Lamiye Miriyeva" userId="db225c952d453247" providerId="LiveId" clId="{A242759D-44EB-4932-903D-EDDB77530649}" dt="2025-11-23T06:14:55.508" v="520" actId="167"/>
          <ac:grpSpMkLst>
            <pc:docMk/>
            <pc:sldMk cId="1711476183" sldId="263"/>
            <ac:grpSpMk id="30" creationId="{2401C61D-F4FB-4E0F-8F9D-16774A9E7B87}"/>
          </ac:grpSpMkLst>
        </pc:grpChg>
        <pc:grpChg chg="add mod">
          <ac:chgData name="Lamiye Miriyeva" userId="db225c952d453247" providerId="LiveId" clId="{A242759D-44EB-4932-903D-EDDB77530649}" dt="2025-11-23T06:28:55.284" v="715" actId="164"/>
          <ac:grpSpMkLst>
            <pc:docMk/>
            <pc:sldMk cId="1711476183" sldId="263"/>
            <ac:grpSpMk id="31" creationId="{72EE1C98-4481-4100-8664-B47C3DF3B947}"/>
          </ac:grpSpMkLst>
        </pc:grpChg>
        <pc:picChg chg="add mod">
          <ac:chgData name="Lamiye Miriyeva" userId="db225c952d453247" providerId="LiveId" clId="{A242759D-44EB-4932-903D-EDDB77530649}" dt="2025-11-23T06:03:15.863" v="397" actId="14100"/>
          <ac:picMkLst>
            <pc:docMk/>
            <pc:sldMk cId="1711476183" sldId="263"/>
            <ac:picMk id="2" creationId="{F9CA0A33-DA9E-4D0E-B1AB-27C974A20757}"/>
          </ac:picMkLst>
        </pc:picChg>
        <pc:picChg chg="mod">
          <ac:chgData name="Lamiye Miriyeva" userId="db225c952d453247" providerId="LiveId" clId="{A242759D-44EB-4932-903D-EDDB77530649}" dt="2025-11-23T06:02:01.432" v="386"/>
          <ac:picMkLst>
            <pc:docMk/>
            <pc:sldMk cId="1711476183" sldId="263"/>
            <ac:picMk id="16" creationId="{2E573103-FC24-48EA-B8B0-AC611CA29F3A}"/>
          </ac:picMkLst>
        </pc:picChg>
        <pc:picChg chg="mod">
          <ac:chgData name="Lamiye Miriyeva" userId="db225c952d453247" providerId="LiveId" clId="{A242759D-44EB-4932-903D-EDDB77530649}" dt="2025-11-23T06:02:01.432" v="386"/>
          <ac:picMkLst>
            <pc:docMk/>
            <pc:sldMk cId="1711476183" sldId="263"/>
            <ac:picMk id="17" creationId="{6A115223-0116-4A1B-B429-4039926500F9}"/>
          </ac:picMkLst>
        </pc:picChg>
        <pc:picChg chg="mod">
          <ac:chgData name="Lamiye Miriyeva" userId="db225c952d453247" providerId="LiveId" clId="{A242759D-44EB-4932-903D-EDDB77530649}" dt="2025-11-23T06:02:01.432" v="386"/>
          <ac:picMkLst>
            <pc:docMk/>
            <pc:sldMk cId="1711476183" sldId="263"/>
            <ac:picMk id="18" creationId="{792A9E53-1CEF-498F-8836-79BC134FE4B1}"/>
          </ac:picMkLst>
        </pc:picChg>
        <pc:picChg chg="mod">
          <ac:chgData name="Lamiye Miriyeva" userId="db225c952d453247" providerId="LiveId" clId="{A242759D-44EB-4932-903D-EDDB77530649}" dt="2025-11-23T06:02:01.432" v="386"/>
          <ac:picMkLst>
            <pc:docMk/>
            <pc:sldMk cId="1711476183" sldId="263"/>
            <ac:picMk id="19" creationId="{FB70A195-FD27-498E-9158-4266F5098873}"/>
          </ac:picMkLst>
        </pc:picChg>
        <pc:picChg chg="mod">
          <ac:chgData name="Lamiye Miriyeva" userId="db225c952d453247" providerId="LiveId" clId="{A242759D-44EB-4932-903D-EDDB77530649}" dt="2025-11-23T06:02:05.941" v="387"/>
          <ac:picMkLst>
            <pc:docMk/>
            <pc:sldMk cId="1711476183" sldId="263"/>
            <ac:picMk id="21" creationId="{37067E3B-F280-4315-BDD5-DDC7ED19D61D}"/>
          </ac:picMkLst>
        </pc:picChg>
        <pc:picChg chg="mod">
          <ac:chgData name="Lamiye Miriyeva" userId="db225c952d453247" providerId="LiveId" clId="{A242759D-44EB-4932-903D-EDDB77530649}" dt="2025-11-23T06:02:05.941" v="387"/>
          <ac:picMkLst>
            <pc:docMk/>
            <pc:sldMk cId="1711476183" sldId="263"/>
            <ac:picMk id="22" creationId="{635DC624-1ABF-4A5B-AD3B-13A0FD323F07}"/>
          </ac:picMkLst>
        </pc:picChg>
        <pc:picChg chg="mod">
          <ac:chgData name="Lamiye Miriyeva" userId="db225c952d453247" providerId="LiveId" clId="{A242759D-44EB-4932-903D-EDDB77530649}" dt="2025-11-23T06:02:05.941" v="387"/>
          <ac:picMkLst>
            <pc:docMk/>
            <pc:sldMk cId="1711476183" sldId="263"/>
            <ac:picMk id="23" creationId="{0E9F812E-E6C0-4A7D-87B3-8AC13145DDEC}"/>
          </ac:picMkLst>
        </pc:picChg>
        <pc:picChg chg="mod">
          <ac:chgData name="Lamiye Miriyeva" userId="db225c952d453247" providerId="LiveId" clId="{A242759D-44EB-4932-903D-EDDB77530649}" dt="2025-11-23T06:02:05.941" v="387"/>
          <ac:picMkLst>
            <pc:docMk/>
            <pc:sldMk cId="1711476183" sldId="263"/>
            <ac:picMk id="24" creationId="{08193A54-F2A5-44D9-BF2C-605721E0777E}"/>
          </ac:picMkLst>
        </pc:picChg>
        <pc:picChg chg="mod">
          <ac:chgData name="Lamiye Miriyeva" userId="db225c952d453247" providerId="LiveId" clId="{A242759D-44EB-4932-903D-EDDB77530649}" dt="2025-11-23T06:02:13.710" v="389"/>
          <ac:picMkLst>
            <pc:docMk/>
            <pc:sldMk cId="1711476183" sldId="263"/>
            <ac:picMk id="26" creationId="{DC80008F-8B17-4A24-98D8-5E44D9D81C0D}"/>
          </ac:picMkLst>
        </pc:picChg>
        <pc:picChg chg="mod">
          <ac:chgData name="Lamiye Miriyeva" userId="db225c952d453247" providerId="LiveId" clId="{A242759D-44EB-4932-903D-EDDB77530649}" dt="2025-11-23T06:02:13.710" v="389"/>
          <ac:picMkLst>
            <pc:docMk/>
            <pc:sldMk cId="1711476183" sldId="263"/>
            <ac:picMk id="27" creationId="{EE2705E4-52DF-4F4C-B1FE-B6F3A9B84996}"/>
          </ac:picMkLst>
        </pc:picChg>
        <pc:picChg chg="mod">
          <ac:chgData name="Lamiye Miriyeva" userId="db225c952d453247" providerId="LiveId" clId="{A242759D-44EB-4932-903D-EDDB77530649}" dt="2025-11-23T06:02:13.710" v="389"/>
          <ac:picMkLst>
            <pc:docMk/>
            <pc:sldMk cId="1711476183" sldId="263"/>
            <ac:picMk id="28" creationId="{E8150C4F-2670-4D09-8757-ECDF25BE03CE}"/>
          </ac:picMkLst>
        </pc:picChg>
        <pc:picChg chg="mod">
          <ac:chgData name="Lamiye Miriyeva" userId="db225c952d453247" providerId="LiveId" clId="{A242759D-44EB-4932-903D-EDDB77530649}" dt="2025-11-23T06:02:13.710" v="389"/>
          <ac:picMkLst>
            <pc:docMk/>
            <pc:sldMk cId="1711476183" sldId="263"/>
            <ac:picMk id="29" creationId="{B2101600-6C97-45FA-8AC2-4157BB0AA8E9}"/>
          </ac:picMkLst>
        </pc:picChg>
      </pc:sldChg>
      <pc:sldChg chg="addSp delSp modSp new mod modTransition">
        <pc:chgData name="Lamiye Miriyeva" userId="db225c952d453247" providerId="LiveId" clId="{A242759D-44EB-4932-903D-EDDB77530649}" dt="2025-11-23T06:29:37.693" v="721"/>
        <pc:sldMkLst>
          <pc:docMk/>
          <pc:sldMk cId="4096346968" sldId="264"/>
        </pc:sldMkLst>
        <pc:spChg chg="add mod ord">
          <ac:chgData name="Lamiye Miriyeva" userId="db225c952d453247" providerId="LiveId" clId="{A242759D-44EB-4932-903D-EDDB77530649}" dt="2025-11-23T06:17:33.759" v="550" actId="1076"/>
          <ac:spMkLst>
            <pc:docMk/>
            <pc:sldMk cId="4096346968" sldId="264"/>
            <ac:spMk id="8" creationId="{2163DA9B-A5E5-4A21-8D6D-4C0769A1FC8C}"/>
          </ac:spMkLst>
        </pc:spChg>
        <pc:spChg chg="mod ord">
          <ac:chgData name="Lamiye Miriyeva" userId="db225c952d453247" providerId="LiveId" clId="{A242759D-44EB-4932-903D-EDDB77530649}" dt="2025-11-23T06:12:14.514" v="442" actId="167"/>
          <ac:spMkLst>
            <pc:docMk/>
            <pc:sldMk cId="4096346968" sldId="264"/>
            <ac:spMk id="10" creationId="{622FF63F-8C9E-4284-ADBB-147498B5B8BA}"/>
          </ac:spMkLst>
        </pc:spChg>
        <pc:spChg chg="mod">
          <ac:chgData name="Lamiye Miriyeva" userId="db225c952d453247" providerId="LiveId" clId="{A242759D-44EB-4932-903D-EDDB77530649}" dt="2025-11-23T06:10:53.193" v="415"/>
          <ac:spMkLst>
            <pc:docMk/>
            <pc:sldMk cId="4096346968" sldId="264"/>
            <ac:spMk id="12" creationId="{B7780313-1664-45D1-ACF2-7AF457CB06F0}"/>
          </ac:spMkLst>
        </pc:spChg>
        <pc:spChg chg="mod">
          <ac:chgData name="Lamiye Miriyeva" userId="db225c952d453247" providerId="LiveId" clId="{A242759D-44EB-4932-903D-EDDB77530649}" dt="2025-11-23T06:10:53.193" v="415"/>
          <ac:spMkLst>
            <pc:docMk/>
            <pc:sldMk cId="4096346968" sldId="264"/>
            <ac:spMk id="13" creationId="{BABD1F80-4152-4AE7-8881-70704B5F5B5F}"/>
          </ac:spMkLst>
        </pc:spChg>
        <pc:spChg chg="mod">
          <ac:chgData name="Lamiye Miriyeva" userId="db225c952d453247" providerId="LiveId" clId="{A242759D-44EB-4932-903D-EDDB77530649}" dt="2025-11-23T06:16:49.990" v="539"/>
          <ac:spMkLst>
            <pc:docMk/>
            <pc:sldMk cId="4096346968" sldId="264"/>
            <ac:spMk id="16" creationId="{D49F0CD9-53B0-42A1-89F1-68BD7E3D11ED}"/>
          </ac:spMkLst>
        </pc:spChg>
        <pc:spChg chg="mod">
          <ac:chgData name="Lamiye Miriyeva" userId="db225c952d453247" providerId="LiveId" clId="{A242759D-44EB-4932-903D-EDDB77530649}" dt="2025-11-23T06:16:49.990" v="539"/>
          <ac:spMkLst>
            <pc:docMk/>
            <pc:sldMk cId="4096346968" sldId="264"/>
            <ac:spMk id="18" creationId="{258B5B77-C54B-4891-AFDA-FD7D8CA03CCA}"/>
          </ac:spMkLst>
        </pc:spChg>
        <pc:spChg chg="mod">
          <ac:chgData name="Lamiye Miriyeva" userId="db225c952d453247" providerId="LiveId" clId="{A242759D-44EB-4932-903D-EDDB77530649}" dt="2025-11-23T06:16:49.990" v="539"/>
          <ac:spMkLst>
            <pc:docMk/>
            <pc:sldMk cId="4096346968" sldId="264"/>
            <ac:spMk id="19" creationId="{BDBD8761-B394-4661-96D9-255EEAD2CFB1}"/>
          </ac:spMkLst>
        </pc:spChg>
        <pc:spChg chg="add mod ord">
          <ac:chgData name="Lamiye Miriyeva" userId="db225c952d453247" providerId="LiveId" clId="{A242759D-44EB-4932-903D-EDDB77530649}" dt="2025-11-23T06:22:30.114" v="625" actId="167"/>
          <ac:spMkLst>
            <pc:docMk/>
            <pc:sldMk cId="4096346968" sldId="264"/>
            <ac:spMk id="20" creationId="{B1BEFD90-F9CA-4BDF-94B2-46E9364791D4}"/>
          </ac:spMkLst>
        </pc:spChg>
        <pc:grpChg chg="add mod ord">
          <ac:chgData name="Lamiye Miriyeva" userId="db225c952d453247" providerId="LiveId" clId="{A242759D-44EB-4932-903D-EDDB77530649}" dt="2025-11-23T06:22:43.681" v="629" actId="1076"/>
          <ac:grpSpMkLst>
            <pc:docMk/>
            <pc:sldMk cId="4096346968" sldId="264"/>
            <ac:grpSpMk id="9" creationId="{B6D2901A-94A9-421D-89ED-4163083AC8D3}"/>
          </ac:grpSpMkLst>
        </pc:grpChg>
        <pc:grpChg chg="mod">
          <ac:chgData name="Lamiye Miriyeva" userId="db225c952d453247" providerId="LiveId" clId="{A242759D-44EB-4932-903D-EDDB77530649}" dt="2025-11-23T06:10:53.193" v="415"/>
          <ac:grpSpMkLst>
            <pc:docMk/>
            <pc:sldMk cId="4096346968" sldId="264"/>
            <ac:grpSpMk id="11" creationId="{C3034147-D4A8-43FA-9990-8CFA92F7EA31}"/>
          </ac:grpSpMkLst>
        </pc:grpChg>
        <pc:grpChg chg="add mod ord">
          <ac:chgData name="Lamiye Miriyeva" userId="db225c952d453247" providerId="LiveId" clId="{A242759D-44EB-4932-903D-EDDB77530649}" dt="2025-11-23T06:22:35.612" v="627" actId="167"/>
          <ac:grpSpMkLst>
            <pc:docMk/>
            <pc:sldMk cId="4096346968" sldId="264"/>
            <ac:grpSpMk id="15" creationId="{2F9A34C6-31A2-408C-9E22-495535667888}"/>
          </ac:grpSpMkLst>
        </pc:grpChg>
        <pc:grpChg chg="mod">
          <ac:chgData name="Lamiye Miriyeva" userId="db225c952d453247" providerId="LiveId" clId="{A242759D-44EB-4932-903D-EDDB77530649}" dt="2025-11-23T06:16:49.990" v="539"/>
          <ac:grpSpMkLst>
            <pc:docMk/>
            <pc:sldMk cId="4096346968" sldId="264"/>
            <ac:grpSpMk id="17" creationId="{4FED6417-597D-4FD0-9D13-0ED094C8E6A6}"/>
          </ac:grpSpMkLst>
        </pc:grpChg>
        <pc:grpChg chg="add mod">
          <ac:chgData name="Lamiye Miriyeva" userId="db225c952d453247" providerId="LiveId" clId="{A242759D-44EB-4932-903D-EDDB77530649}" dt="2025-11-23T06:19:01.226" v="565" actId="164"/>
          <ac:grpSpMkLst>
            <pc:docMk/>
            <pc:sldMk cId="4096346968" sldId="264"/>
            <ac:grpSpMk id="21" creationId="{41EAA523-6FA1-4778-BF68-BA0E941AC6FE}"/>
          </ac:grpSpMkLst>
        </pc:grpChg>
        <pc:grpChg chg="add mod">
          <ac:chgData name="Lamiye Miriyeva" userId="db225c952d453247" providerId="LiveId" clId="{A242759D-44EB-4932-903D-EDDB77530649}" dt="2025-11-23T06:19:01.226" v="565" actId="164"/>
          <ac:grpSpMkLst>
            <pc:docMk/>
            <pc:sldMk cId="4096346968" sldId="264"/>
            <ac:grpSpMk id="26" creationId="{D7E668BD-E112-4050-AB17-4AD53A939BBF}"/>
          </ac:grpSpMkLst>
        </pc:grpChg>
        <pc:grpChg chg="add mod">
          <ac:chgData name="Lamiye Miriyeva" userId="db225c952d453247" providerId="LiveId" clId="{A242759D-44EB-4932-903D-EDDB77530649}" dt="2025-11-23T06:19:31.423" v="573" actId="1076"/>
          <ac:grpSpMkLst>
            <pc:docMk/>
            <pc:sldMk cId="4096346968" sldId="264"/>
            <ac:grpSpMk id="31" creationId="{469A0211-F16A-402A-B2E0-1E6F82D22A22}"/>
          </ac:grpSpMkLst>
        </pc:grpChg>
        <pc:graphicFrameChg chg="add del modGraphic">
          <ac:chgData name="Lamiye Miriyeva" userId="db225c952d453247" providerId="LiveId" clId="{A242759D-44EB-4932-903D-EDDB77530649}" dt="2025-11-23T06:16:46.388" v="538" actId="478"/>
          <ac:graphicFrameMkLst>
            <pc:docMk/>
            <pc:sldMk cId="4096346968" sldId="264"/>
            <ac:graphicFrameMk id="14" creationId="{B75FE935-3D1F-4FB8-B6B9-72DF1368D02E}"/>
          </ac:graphicFrameMkLst>
        </pc:graphicFrameChg>
        <pc:picChg chg="add mod">
          <ac:chgData name="Lamiye Miriyeva" userId="db225c952d453247" providerId="LiveId" clId="{A242759D-44EB-4932-903D-EDDB77530649}" dt="2025-11-23T06:21:33.486" v="616" actId="14100"/>
          <ac:picMkLst>
            <pc:docMk/>
            <pc:sldMk cId="4096346968" sldId="264"/>
            <ac:picMk id="2" creationId="{67F84881-7615-4833-92C2-0EA6FE2091C4}"/>
          </ac:picMkLst>
        </pc:picChg>
        <pc:picChg chg="add mod">
          <ac:chgData name="Lamiye Miriyeva" userId="db225c952d453247" providerId="LiveId" clId="{A242759D-44EB-4932-903D-EDDB77530649}" dt="2025-11-23T06:22:00.110" v="621" actId="1076"/>
          <ac:picMkLst>
            <pc:docMk/>
            <pc:sldMk cId="4096346968" sldId="264"/>
            <ac:picMk id="3" creationId="{955EEA00-909C-45D7-AF5E-A6EB7903654E}"/>
          </ac:picMkLst>
        </pc:picChg>
        <pc:picChg chg="add mod">
          <ac:chgData name="Lamiye Miriyeva" userId="db225c952d453247" providerId="LiveId" clId="{A242759D-44EB-4932-903D-EDDB77530649}" dt="2025-11-23T06:22:08.942" v="622" actId="1076"/>
          <ac:picMkLst>
            <pc:docMk/>
            <pc:sldMk cId="4096346968" sldId="264"/>
            <ac:picMk id="4" creationId="{37E2E5A6-F059-461C-A047-E7D00E2A69E8}"/>
          </ac:picMkLst>
        </pc:picChg>
        <pc:picChg chg="add mod">
          <ac:chgData name="Lamiye Miriyeva" userId="db225c952d453247" providerId="LiveId" clId="{A242759D-44EB-4932-903D-EDDB77530649}" dt="2025-11-23T06:22:00.110" v="621" actId="1076"/>
          <ac:picMkLst>
            <pc:docMk/>
            <pc:sldMk cId="4096346968" sldId="264"/>
            <ac:picMk id="5" creationId="{EB4F1B66-7952-4F99-A2C5-C740DCB3CFDC}"/>
          </ac:picMkLst>
        </pc:picChg>
        <pc:picChg chg="add mod">
          <ac:chgData name="Lamiye Miriyeva" userId="db225c952d453247" providerId="LiveId" clId="{A242759D-44EB-4932-903D-EDDB77530649}" dt="2025-11-23T06:22:19.094" v="624" actId="14100"/>
          <ac:picMkLst>
            <pc:docMk/>
            <pc:sldMk cId="4096346968" sldId="264"/>
            <ac:picMk id="6" creationId="{24BDB367-8EEB-4A4C-B10F-2F1A811875B5}"/>
          </ac:picMkLst>
        </pc:picChg>
        <pc:picChg chg="mod">
          <ac:chgData name="Lamiye Miriyeva" userId="db225c952d453247" providerId="LiveId" clId="{A242759D-44EB-4932-903D-EDDB77530649}" dt="2025-11-23T06:18:55.980" v="564"/>
          <ac:picMkLst>
            <pc:docMk/>
            <pc:sldMk cId="4096346968" sldId="264"/>
            <ac:picMk id="22" creationId="{24C58AC1-FABE-42FD-93B9-F847DC0ED5DA}"/>
          </ac:picMkLst>
        </pc:picChg>
        <pc:picChg chg="mod ord">
          <ac:chgData name="Lamiye Miriyeva" userId="db225c952d453247" providerId="LiveId" clId="{A242759D-44EB-4932-903D-EDDB77530649}" dt="2025-11-23T06:19:41.237" v="574" actId="167"/>
          <ac:picMkLst>
            <pc:docMk/>
            <pc:sldMk cId="4096346968" sldId="264"/>
            <ac:picMk id="23" creationId="{A28C58BB-192C-4D5A-A557-D3F0E884C946}"/>
          </ac:picMkLst>
        </pc:picChg>
        <pc:picChg chg="mod">
          <ac:chgData name="Lamiye Miriyeva" userId="db225c952d453247" providerId="LiveId" clId="{A242759D-44EB-4932-903D-EDDB77530649}" dt="2025-11-23T06:18:55.980" v="564"/>
          <ac:picMkLst>
            <pc:docMk/>
            <pc:sldMk cId="4096346968" sldId="264"/>
            <ac:picMk id="24" creationId="{558762AD-5F24-4582-93AE-53FED9A55100}"/>
          </ac:picMkLst>
        </pc:picChg>
        <pc:picChg chg="mod">
          <ac:chgData name="Lamiye Miriyeva" userId="db225c952d453247" providerId="LiveId" clId="{A242759D-44EB-4932-903D-EDDB77530649}" dt="2025-11-23T06:18:55.980" v="564"/>
          <ac:picMkLst>
            <pc:docMk/>
            <pc:sldMk cId="4096346968" sldId="264"/>
            <ac:picMk id="25" creationId="{7DC0EDAF-FA71-49BB-9123-761254D1C8EA}"/>
          </ac:picMkLst>
        </pc:picChg>
        <pc:picChg chg="mod">
          <ac:chgData name="Lamiye Miriyeva" userId="db225c952d453247" providerId="LiveId" clId="{A242759D-44EB-4932-903D-EDDB77530649}" dt="2025-11-23T06:18:55.980" v="564"/>
          <ac:picMkLst>
            <pc:docMk/>
            <pc:sldMk cId="4096346968" sldId="264"/>
            <ac:picMk id="27" creationId="{D2E5110C-91E0-403E-BA43-355C7678299B}"/>
          </ac:picMkLst>
        </pc:picChg>
        <pc:picChg chg="mod">
          <ac:chgData name="Lamiye Miriyeva" userId="db225c952d453247" providerId="LiveId" clId="{A242759D-44EB-4932-903D-EDDB77530649}" dt="2025-11-23T06:18:55.980" v="564"/>
          <ac:picMkLst>
            <pc:docMk/>
            <pc:sldMk cId="4096346968" sldId="264"/>
            <ac:picMk id="28" creationId="{F5AD0784-4184-4E83-B8EE-DE30FE2A6215}"/>
          </ac:picMkLst>
        </pc:picChg>
        <pc:picChg chg="mod">
          <ac:chgData name="Lamiye Miriyeva" userId="db225c952d453247" providerId="LiveId" clId="{A242759D-44EB-4932-903D-EDDB77530649}" dt="2025-11-23T06:18:55.980" v="564"/>
          <ac:picMkLst>
            <pc:docMk/>
            <pc:sldMk cId="4096346968" sldId="264"/>
            <ac:picMk id="29" creationId="{4BE5A121-F2CC-4FCB-A5BC-0DA51D25AC1A}"/>
          </ac:picMkLst>
        </pc:picChg>
        <pc:picChg chg="mod">
          <ac:chgData name="Lamiye Miriyeva" userId="db225c952d453247" providerId="LiveId" clId="{A242759D-44EB-4932-903D-EDDB77530649}" dt="2025-11-23T06:18:55.980" v="564"/>
          <ac:picMkLst>
            <pc:docMk/>
            <pc:sldMk cId="4096346968" sldId="264"/>
            <ac:picMk id="30" creationId="{59E4B12B-9A2B-4EBC-9B5A-4E70E4D102A4}"/>
          </ac:picMkLst>
        </pc:picChg>
      </pc:sldChg>
      <pc:sldChg chg="addSp delSp modSp new mod modTransition">
        <pc:chgData name="Lamiye Miriyeva" userId="db225c952d453247" providerId="LiveId" clId="{A242759D-44EB-4932-903D-EDDB77530649}" dt="2025-11-23T06:29:41.486" v="722"/>
        <pc:sldMkLst>
          <pc:docMk/>
          <pc:sldMk cId="1839883996" sldId="265"/>
        </pc:sldMkLst>
        <pc:spChg chg="add del mod">
          <ac:chgData name="Lamiye Miriyeva" userId="db225c952d453247" providerId="LiveId" clId="{A242759D-44EB-4932-903D-EDDB77530649}" dt="2025-11-23T06:28:14.359" v="712"/>
          <ac:spMkLst>
            <pc:docMk/>
            <pc:sldMk cId="1839883996" sldId="265"/>
            <ac:spMk id="7" creationId="{BA873797-059E-465D-8F01-698E71E03E85}"/>
          </ac:spMkLst>
        </pc:spChg>
        <pc:spChg chg="add del mod">
          <ac:chgData name="Lamiye Miriyeva" userId="db225c952d453247" providerId="LiveId" clId="{A242759D-44EB-4932-903D-EDDB77530649}" dt="2025-11-23T06:24:48.102" v="646" actId="21"/>
          <ac:spMkLst>
            <pc:docMk/>
            <pc:sldMk cId="1839883996" sldId="265"/>
            <ac:spMk id="8" creationId="{EFCD5037-3406-41A9-808D-1E3F262F3C8A}"/>
          </ac:spMkLst>
        </pc:spChg>
        <pc:spChg chg="add mod">
          <ac:chgData name="Lamiye Miriyeva" userId="db225c952d453247" providerId="LiveId" clId="{A242759D-44EB-4932-903D-EDDB77530649}" dt="2025-11-23T06:27:17.221" v="691" actId="1076"/>
          <ac:spMkLst>
            <pc:docMk/>
            <pc:sldMk cId="1839883996" sldId="265"/>
            <ac:spMk id="9" creationId="{454C7DFB-E231-42AE-8C62-D402BD248625}"/>
          </ac:spMkLst>
        </pc:spChg>
        <pc:spChg chg="add del mod">
          <ac:chgData name="Lamiye Miriyeva" userId="db225c952d453247" providerId="LiveId" clId="{A242759D-44EB-4932-903D-EDDB77530649}" dt="2025-11-23T06:27:28.998" v="694" actId="478"/>
          <ac:spMkLst>
            <pc:docMk/>
            <pc:sldMk cId="1839883996" sldId="265"/>
            <ac:spMk id="10" creationId="{51E6B59E-0CB5-4F2F-B9EB-6A995696E8F8}"/>
          </ac:spMkLst>
        </pc:spChg>
        <pc:spChg chg="add mod">
          <ac:chgData name="Lamiye Miriyeva" userId="db225c952d453247" providerId="LiveId" clId="{A242759D-44EB-4932-903D-EDDB77530649}" dt="2025-11-23T06:27:12.869" v="690" actId="1076"/>
          <ac:spMkLst>
            <pc:docMk/>
            <pc:sldMk cId="1839883996" sldId="265"/>
            <ac:spMk id="12" creationId="{EB95625D-B8D5-403B-BFC7-CFC1439E241D}"/>
          </ac:spMkLst>
        </pc:spChg>
        <pc:spChg chg="add mod">
          <ac:chgData name="Lamiye Miriyeva" userId="db225c952d453247" providerId="LiveId" clId="{A242759D-44EB-4932-903D-EDDB77530649}" dt="2025-11-23T06:27:31.709" v="695" actId="1076"/>
          <ac:spMkLst>
            <pc:docMk/>
            <pc:sldMk cId="1839883996" sldId="265"/>
            <ac:spMk id="13" creationId="{E80767C9-B364-4D6E-8085-682DB37FC786}"/>
          </ac:spMkLst>
        </pc:spChg>
        <pc:spChg chg="add mod">
          <ac:chgData name="Lamiye Miriyeva" userId="db225c952d453247" providerId="LiveId" clId="{A242759D-44EB-4932-903D-EDDB77530649}" dt="2025-11-23T06:28:01.761" v="709" actId="20577"/>
          <ac:spMkLst>
            <pc:docMk/>
            <pc:sldMk cId="1839883996" sldId="265"/>
            <ac:spMk id="15" creationId="{8E3F5201-AFE4-452A-9B67-35F002BB7414}"/>
          </ac:spMkLst>
        </pc:spChg>
        <pc:spChg chg="add del">
          <ac:chgData name="Lamiye Miriyeva" userId="db225c952d453247" providerId="LiveId" clId="{A242759D-44EB-4932-903D-EDDB77530649}" dt="2025-11-23T06:29:11.754" v="717" actId="22"/>
          <ac:spMkLst>
            <pc:docMk/>
            <pc:sldMk cId="1839883996" sldId="265"/>
            <ac:spMk id="17" creationId="{72FC6CF8-F583-46B4-AD01-974BD564A67A}"/>
          </ac:spMkLst>
        </pc:spChg>
        <pc:grpChg chg="add mod ord">
          <ac:chgData name="Lamiye Miriyeva" userId="db225c952d453247" providerId="LiveId" clId="{A242759D-44EB-4932-903D-EDDB77530649}" dt="2025-11-23T06:29:23.822" v="719" actId="167"/>
          <ac:grpSpMkLst>
            <pc:docMk/>
            <pc:sldMk cId="1839883996" sldId="265"/>
            <ac:grpSpMk id="18" creationId="{0460273E-0761-4F02-8BA1-B95E47866B8A}"/>
          </ac:grpSpMkLst>
        </pc:grpChg>
        <pc:grpChg chg="mod">
          <ac:chgData name="Lamiye Miriyeva" userId="db225c952d453247" providerId="LiveId" clId="{A242759D-44EB-4932-903D-EDDB77530649}" dt="2025-11-23T06:29:19.451" v="718"/>
          <ac:grpSpMkLst>
            <pc:docMk/>
            <pc:sldMk cId="1839883996" sldId="265"/>
            <ac:grpSpMk id="19" creationId="{0DBDD87D-9CF5-4B52-8A85-043394B0BDB7}"/>
          </ac:grpSpMkLst>
        </pc:grpChg>
        <pc:grpChg chg="mod">
          <ac:chgData name="Lamiye Miriyeva" userId="db225c952d453247" providerId="LiveId" clId="{A242759D-44EB-4932-903D-EDDB77530649}" dt="2025-11-23T06:29:19.451" v="718"/>
          <ac:grpSpMkLst>
            <pc:docMk/>
            <pc:sldMk cId="1839883996" sldId="265"/>
            <ac:grpSpMk id="20" creationId="{47D39E52-6204-407F-95E0-8442472267A1}"/>
          </ac:grpSpMkLst>
        </pc:grpChg>
        <pc:picChg chg="add mod">
          <ac:chgData name="Lamiye Miriyeva" userId="db225c952d453247" providerId="LiveId" clId="{A242759D-44EB-4932-903D-EDDB77530649}" dt="2025-11-23T06:28:19.172" v="713" actId="1076"/>
          <ac:picMkLst>
            <pc:docMk/>
            <pc:sldMk cId="1839883996" sldId="265"/>
            <ac:picMk id="2" creationId="{04901AD5-E8D8-433C-9E10-3B7BF05D9317}"/>
          </ac:picMkLst>
        </pc:picChg>
        <pc:picChg chg="add mod">
          <ac:chgData name="Lamiye Miriyeva" userId="db225c952d453247" providerId="LiveId" clId="{A242759D-44EB-4932-903D-EDDB77530649}" dt="2025-11-23T06:28:20.980" v="714" actId="1076"/>
          <ac:picMkLst>
            <pc:docMk/>
            <pc:sldMk cId="1839883996" sldId="265"/>
            <ac:picMk id="3" creationId="{5C13972B-6538-42A2-80C9-4A6FC992DC17}"/>
          </ac:picMkLst>
        </pc:picChg>
        <pc:picChg chg="add del mod">
          <ac:chgData name="Lamiye Miriyeva" userId="db225c952d453247" providerId="LiveId" clId="{A242759D-44EB-4932-903D-EDDB77530649}" dt="2025-11-23T06:23:35.692" v="639" actId="478"/>
          <ac:picMkLst>
            <pc:docMk/>
            <pc:sldMk cId="1839883996" sldId="265"/>
            <ac:picMk id="4" creationId="{AD33A349-3B4C-4E23-9D03-01B0A1BF26D3}"/>
          </ac:picMkLst>
        </pc:picChg>
        <pc:picChg chg="add del mod">
          <ac:chgData name="Lamiye Miriyeva" userId="db225c952d453247" providerId="LiveId" clId="{A242759D-44EB-4932-903D-EDDB77530649}" dt="2025-11-23T06:23:35.692" v="639" actId="478"/>
          <ac:picMkLst>
            <pc:docMk/>
            <pc:sldMk cId="1839883996" sldId="265"/>
            <ac:picMk id="5" creationId="{F8BC1DCA-B7E7-4619-97C2-FDF1066BF634}"/>
          </ac:picMkLst>
        </pc:picChg>
        <pc:picChg chg="mod">
          <ac:chgData name="Lamiye Miriyeva" userId="db225c952d453247" providerId="LiveId" clId="{A242759D-44EB-4932-903D-EDDB77530649}" dt="2025-11-23T06:29:19.451" v="718"/>
          <ac:picMkLst>
            <pc:docMk/>
            <pc:sldMk cId="1839883996" sldId="265"/>
            <ac:picMk id="21" creationId="{0AD616D0-048B-423E-A402-DD49E997E340}"/>
          </ac:picMkLst>
        </pc:picChg>
        <pc:picChg chg="mod">
          <ac:chgData name="Lamiye Miriyeva" userId="db225c952d453247" providerId="LiveId" clId="{A242759D-44EB-4932-903D-EDDB77530649}" dt="2025-11-23T06:29:19.451" v="718"/>
          <ac:picMkLst>
            <pc:docMk/>
            <pc:sldMk cId="1839883996" sldId="265"/>
            <ac:picMk id="22" creationId="{3A5CB7C9-77B6-4EC0-801C-84804ED6576B}"/>
          </ac:picMkLst>
        </pc:picChg>
        <pc:picChg chg="mod">
          <ac:chgData name="Lamiye Miriyeva" userId="db225c952d453247" providerId="LiveId" clId="{A242759D-44EB-4932-903D-EDDB77530649}" dt="2025-11-23T06:29:19.451" v="718"/>
          <ac:picMkLst>
            <pc:docMk/>
            <pc:sldMk cId="1839883996" sldId="265"/>
            <ac:picMk id="23" creationId="{56DAA746-BEAB-4FE6-8A61-BC2858FFC4BD}"/>
          </ac:picMkLst>
        </pc:picChg>
        <pc:picChg chg="mod">
          <ac:chgData name="Lamiye Miriyeva" userId="db225c952d453247" providerId="LiveId" clId="{A242759D-44EB-4932-903D-EDDB77530649}" dt="2025-11-23T06:29:19.451" v="718"/>
          <ac:picMkLst>
            <pc:docMk/>
            <pc:sldMk cId="1839883996" sldId="265"/>
            <ac:picMk id="24" creationId="{A4B43554-414D-4C6E-A1C6-A6D6AAEDF295}"/>
          </ac:picMkLst>
        </pc:picChg>
        <pc:picChg chg="mod">
          <ac:chgData name="Lamiye Miriyeva" userId="db225c952d453247" providerId="LiveId" clId="{A242759D-44EB-4932-903D-EDDB77530649}" dt="2025-11-23T06:29:19.451" v="718"/>
          <ac:picMkLst>
            <pc:docMk/>
            <pc:sldMk cId="1839883996" sldId="265"/>
            <ac:picMk id="25" creationId="{850A1EAF-9563-4126-AB91-CE4A6800ED28}"/>
          </ac:picMkLst>
        </pc:picChg>
        <pc:picChg chg="mod">
          <ac:chgData name="Lamiye Miriyeva" userId="db225c952d453247" providerId="LiveId" clId="{A242759D-44EB-4932-903D-EDDB77530649}" dt="2025-11-23T06:29:19.451" v="718"/>
          <ac:picMkLst>
            <pc:docMk/>
            <pc:sldMk cId="1839883996" sldId="265"/>
            <ac:picMk id="26" creationId="{96842106-EE17-4BA0-8D3B-295E96346359}"/>
          </ac:picMkLst>
        </pc:picChg>
        <pc:picChg chg="mod">
          <ac:chgData name="Lamiye Miriyeva" userId="db225c952d453247" providerId="LiveId" clId="{A242759D-44EB-4932-903D-EDDB77530649}" dt="2025-11-23T06:29:19.451" v="718"/>
          <ac:picMkLst>
            <pc:docMk/>
            <pc:sldMk cId="1839883996" sldId="265"/>
            <ac:picMk id="27" creationId="{DA917682-518D-4B0E-BE4E-BC383750FBC1}"/>
          </ac:picMkLst>
        </pc:picChg>
        <pc:picChg chg="mod">
          <ac:chgData name="Lamiye Miriyeva" userId="db225c952d453247" providerId="LiveId" clId="{A242759D-44EB-4932-903D-EDDB77530649}" dt="2025-11-23T06:29:19.451" v="718"/>
          <ac:picMkLst>
            <pc:docMk/>
            <pc:sldMk cId="1839883996" sldId="265"/>
            <ac:picMk id="28" creationId="{B4E8677A-E83D-419D-ABF7-D0277F0A118A}"/>
          </ac:picMkLst>
        </pc:picChg>
      </pc:sldChg>
      <pc:sldChg chg="add del">
        <pc:chgData name="Lamiye Miriyeva" userId="db225c952d453247" providerId="LiveId" clId="{A242759D-44EB-4932-903D-EDDB77530649}" dt="2025-11-23T06:30:01.008" v="724" actId="47"/>
        <pc:sldMkLst>
          <pc:docMk/>
          <pc:sldMk cId="1877654648" sldId="266"/>
        </pc:sldMkLst>
      </pc:sldChg>
      <pc:sldChg chg="addSp delSp modSp add mod ord setBg">
        <pc:chgData name="Lamiye Miriyeva" userId="db225c952d453247" providerId="LiveId" clId="{A242759D-44EB-4932-903D-EDDB77530649}" dt="2025-11-23T06:32:21.674" v="764"/>
        <pc:sldMkLst>
          <pc:docMk/>
          <pc:sldMk cId="2465707517" sldId="266"/>
        </pc:sldMkLst>
        <pc:spChg chg="add del mod">
          <ac:chgData name="Lamiye Miriyeva" userId="db225c952d453247" providerId="LiveId" clId="{A242759D-44EB-4932-903D-EDDB77530649}" dt="2025-11-23T06:32:06.951" v="761" actId="478"/>
          <ac:spMkLst>
            <pc:docMk/>
            <pc:sldMk cId="2465707517" sldId="266"/>
            <ac:spMk id="8" creationId="{7F09CD6D-5BBB-4703-B527-60E1A4F75E7D}"/>
          </ac:spMkLst>
        </pc:spChg>
        <pc:spChg chg="mod ord">
          <ac:chgData name="Lamiye Miriyeva" userId="db225c952d453247" providerId="LiveId" clId="{A242759D-44EB-4932-903D-EDDB77530649}" dt="2025-11-23T06:32:03.079" v="760" actId="113"/>
          <ac:spMkLst>
            <pc:docMk/>
            <pc:sldMk cId="2465707517" sldId="266"/>
            <ac:spMk id="10" creationId="{2804A2E8-D243-4D4C-9585-DC4E33566F6B}"/>
          </ac:spMkLst>
        </pc:spChg>
        <pc:spChg chg="del mod">
          <ac:chgData name="Lamiye Miriyeva" userId="db225c952d453247" providerId="LiveId" clId="{A242759D-44EB-4932-903D-EDDB77530649}" dt="2025-11-23T06:30:56.428" v="741"/>
          <ac:spMkLst>
            <pc:docMk/>
            <pc:sldMk cId="2465707517" sldId="266"/>
            <ac:spMk id="21" creationId="{5365C915-6297-4131-9770-C56ACB2689D6}"/>
          </ac:spMkLst>
        </pc:spChg>
        <pc:spChg chg="del">
          <ac:chgData name="Lamiye Miriyeva" userId="db225c952d453247" providerId="LiveId" clId="{A242759D-44EB-4932-903D-EDDB77530649}" dt="2025-11-23T06:30:45.673" v="733" actId="478"/>
          <ac:spMkLst>
            <pc:docMk/>
            <pc:sldMk cId="2465707517" sldId="266"/>
            <ac:spMk id="32" creationId="{9D329D99-EF3A-4990-84D7-35FA4D8579BF}"/>
          </ac:spMkLst>
        </pc:spChg>
        <pc:grpChg chg="add mod">
          <ac:chgData name="Lamiye Miriyeva" userId="db225c952d453247" providerId="LiveId" clId="{A242759D-44EB-4932-903D-EDDB77530649}" dt="2025-11-23T06:32:21.674" v="764"/>
          <ac:grpSpMkLst>
            <pc:docMk/>
            <pc:sldMk cId="2465707517" sldId="266"/>
            <ac:grpSpMk id="13" creationId="{F61667AF-7C70-4565-AF55-EE70B3EC2AC4}"/>
          </ac:grpSpMkLst>
        </pc:grpChg>
        <pc:grpChg chg="mod">
          <ac:chgData name="Lamiye Miriyeva" userId="db225c952d453247" providerId="LiveId" clId="{A242759D-44EB-4932-903D-EDDB77530649}" dt="2025-11-23T06:32:21.674" v="764"/>
          <ac:grpSpMkLst>
            <pc:docMk/>
            <pc:sldMk cId="2465707517" sldId="266"/>
            <ac:grpSpMk id="14" creationId="{9D63ED6B-CDA0-4E5A-ACAC-695751E3CBB2}"/>
          </ac:grpSpMkLst>
        </pc:grpChg>
        <pc:grpChg chg="mod">
          <ac:chgData name="Lamiye Miriyeva" userId="db225c952d453247" providerId="LiveId" clId="{A242759D-44EB-4932-903D-EDDB77530649}" dt="2025-11-23T06:32:21.674" v="764"/>
          <ac:grpSpMkLst>
            <pc:docMk/>
            <pc:sldMk cId="2465707517" sldId="266"/>
            <ac:grpSpMk id="15" creationId="{E432A31B-F640-4DD8-BE4A-94C6340C193F}"/>
          </ac:grpSpMkLst>
        </pc:grpChg>
        <pc:picChg chg="add mod">
          <ac:chgData name="Lamiye Miriyeva" userId="db225c952d453247" providerId="LiveId" clId="{A242759D-44EB-4932-903D-EDDB77530649}" dt="2025-11-23T06:32:10.139" v="762" actId="1076"/>
          <ac:picMkLst>
            <pc:docMk/>
            <pc:sldMk cId="2465707517" sldId="266"/>
            <ac:picMk id="11" creationId="{61C1BF24-5D48-41B4-B940-A16D0CAC41B0}"/>
          </ac:picMkLst>
        </pc:picChg>
        <pc:picChg chg="add mod">
          <ac:chgData name="Lamiye Miriyeva" userId="db225c952d453247" providerId="LiveId" clId="{A242759D-44EB-4932-903D-EDDB77530649}" dt="2025-11-23T06:32:12.731" v="763" actId="1076"/>
          <ac:picMkLst>
            <pc:docMk/>
            <pc:sldMk cId="2465707517" sldId="266"/>
            <ac:picMk id="12" creationId="{CAD4F604-6F51-45E8-9CE2-5A20CB724362}"/>
          </ac:picMkLst>
        </pc:picChg>
        <pc:picChg chg="mod">
          <ac:chgData name="Lamiye Miriyeva" userId="db225c952d453247" providerId="LiveId" clId="{A242759D-44EB-4932-903D-EDDB77530649}" dt="2025-11-23T06:32:21.674" v="764"/>
          <ac:picMkLst>
            <pc:docMk/>
            <pc:sldMk cId="2465707517" sldId="266"/>
            <ac:picMk id="16" creationId="{59484C7B-F626-4A4C-8E31-541C17E2AF85}"/>
          </ac:picMkLst>
        </pc:picChg>
        <pc:picChg chg="mod">
          <ac:chgData name="Lamiye Miriyeva" userId="db225c952d453247" providerId="LiveId" clId="{A242759D-44EB-4932-903D-EDDB77530649}" dt="2025-11-23T06:32:21.674" v="764"/>
          <ac:picMkLst>
            <pc:docMk/>
            <pc:sldMk cId="2465707517" sldId="266"/>
            <ac:picMk id="17" creationId="{12C7AA4B-3459-487C-BB96-1B0D34887F35}"/>
          </ac:picMkLst>
        </pc:picChg>
        <pc:picChg chg="mod">
          <ac:chgData name="Lamiye Miriyeva" userId="db225c952d453247" providerId="LiveId" clId="{A242759D-44EB-4932-903D-EDDB77530649}" dt="2025-11-23T06:32:21.674" v="764"/>
          <ac:picMkLst>
            <pc:docMk/>
            <pc:sldMk cId="2465707517" sldId="266"/>
            <ac:picMk id="18" creationId="{0CC5CF03-1B0A-4984-B2AE-6C56648350D2}"/>
          </ac:picMkLst>
        </pc:picChg>
        <pc:picChg chg="mod">
          <ac:chgData name="Lamiye Miriyeva" userId="db225c952d453247" providerId="LiveId" clId="{A242759D-44EB-4932-903D-EDDB77530649}" dt="2025-11-23T06:32:21.674" v="764"/>
          <ac:picMkLst>
            <pc:docMk/>
            <pc:sldMk cId="2465707517" sldId="266"/>
            <ac:picMk id="19" creationId="{48A15E35-0B65-43C9-8B64-275E8BEBE4DC}"/>
          </ac:picMkLst>
        </pc:picChg>
        <pc:picChg chg="mod">
          <ac:chgData name="Lamiye Miriyeva" userId="db225c952d453247" providerId="LiveId" clId="{A242759D-44EB-4932-903D-EDDB77530649}" dt="2025-11-23T06:32:21.674" v="764"/>
          <ac:picMkLst>
            <pc:docMk/>
            <pc:sldMk cId="2465707517" sldId="266"/>
            <ac:picMk id="20" creationId="{C7B238BC-4F58-4BFB-A44F-05F23DF6D9E8}"/>
          </ac:picMkLst>
        </pc:picChg>
        <pc:picChg chg="mod">
          <ac:chgData name="Lamiye Miriyeva" userId="db225c952d453247" providerId="LiveId" clId="{A242759D-44EB-4932-903D-EDDB77530649}" dt="2025-11-23T06:32:21.674" v="764"/>
          <ac:picMkLst>
            <pc:docMk/>
            <pc:sldMk cId="2465707517" sldId="266"/>
            <ac:picMk id="22" creationId="{B92DF690-23FD-47DE-9405-9B46EF02593E}"/>
          </ac:picMkLst>
        </pc:picChg>
        <pc:picChg chg="mod">
          <ac:chgData name="Lamiye Miriyeva" userId="db225c952d453247" providerId="LiveId" clId="{A242759D-44EB-4932-903D-EDDB77530649}" dt="2025-11-23T06:32:21.674" v="764"/>
          <ac:picMkLst>
            <pc:docMk/>
            <pc:sldMk cId="2465707517" sldId="266"/>
            <ac:picMk id="23" creationId="{C2C9B726-DCB9-415F-8461-FCC6219400B3}"/>
          </ac:picMkLst>
        </pc:picChg>
        <pc:picChg chg="mod">
          <ac:chgData name="Lamiye Miriyeva" userId="db225c952d453247" providerId="LiveId" clId="{A242759D-44EB-4932-903D-EDDB77530649}" dt="2025-11-23T06:32:21.674" v="764"/>
          <ac:picMkLst>
            <pc:docMk/>
            <pc:sldMk cId="2465707517" sldId="266"/>
            <ac:picMk id="24" creationId="{71BCECC3-B031-4338-98C2-4ADF8F206444}"/>
          </ac:picMkLst>
        </pc:picChg>
        <pc:picChg chg="del">
          <ac:chgData name="Lamiye Miriyeva" userId="db225c952d453247" providerId="LiveId" clId="{A242759D-44EB-4932-903D-EDDB77530649}" dt="2025-11-23T06:30:56.426" v="739" actId="478"/>
          <ac:picMkLst>
            <pc:docMk/>
            <pc:sldMk cId="2465707517" sldId="266"/>
            <ac:picMk id="2054" creationId="{D11F3724-6B4A-4542-A467-6607E6057BF3}"/>
          </ac:picMkLst>
        </pc:picChg>
      </pc:sldChg>
      <pc:sldChg chg="addSp delSp modSp add mod ord">
        <pc:chgData name="Lamiye Miriyeva" userId="db225c952d453247" providerId="LiveId" clId="{A242759D-44EB-4932-903D-EDDB77530649}" dt="2025-11-23T06:39:21.388" v="886" actId="14861"/>
        <pc:sldMkLst>
          <pc:docMk/>
          <pc:sldMk cId="441365817" sldId="267"/>
        </pc:sldMkLst>
        <pc:spChg chg="add mod">
          <ac:chgData name="Lamiye Miriyeva" userId="db225c952d453247" providerId="LiveId" clId="{A242759D-44EB-4932-903D-EDDB77530649}" dt="2025-11-23T06:37:40.301" v="866" actId="113"/>
          <ac:spMkLst>
            <pc:docMk/>
            <pc:sldMk cId="441365817" sldId="267"/>
            <ac:spMk id="10" creationId="{5494B995-773F-48B9-85DF-852764D73B34}"/>
          </ac:spMkLst>
        </pc:spChg>
        <pc:spChg chg="add del mod">
          <ac:chgData name="Lamiye Miriyeva" userId="db225c952d453247" providerId="LiveId" clId="{A242759D-44EB-4932-903D-EDDB77530649}" dt="2025-11-23T06:37:00.320" v="853"/>
          <ac:spMkLst>
            <pc:docMk/>
            <pc:sldMk cId="441365817" sldId="267"/>
            <ac:spMk id="11" creationId="{A47BA868-3720-4B03-B5EB-8370568ECF88}"/>
          </ac:spMkLst>
        </pc:spChg>
        <pc:spChg chg="add del mod">
          <ac:chgData name="Lamiye Miriyeva" userId="db225c952d453247" providerId="LiveId" clId="{A242759D-44EB-4932-903D-EDDB77530649}" dt="2025-11-23T06:37:00.320" v="853"/>
          <ac:spMkLst>
            <pc:docMk/>
            <pc:sldMk cId="441365817" sldId="267"/>
            <ac:spMk id="12" creationId="{C02C0980-CF78-4F3D-953B-6D858CADB3A9}"/>
          </ac:spMkLst>
        </pc:spChg>
        <pc:spChg chg="add mod">
          <ac:chgData name="Lamiye Miriyeva" userId="db225c952d453247" providerId="LiveId" clId="{A242759D-44EB-4932-903D-EDDB77530649}" dt="2025-11-23T06:38:35.207" v="879" actId="14100"/>
          <ac:spMkLst>
            <pc:docMk/>
            <pc:sldMk cId="441365817" sldId="267"/>
            <ac:spMk id="14" creationId="{48819951-D4D5-4E9B-B58B-93C988BDB19D}"/>
          </ac:spMkLst>
        </pc:spChg>
        <pc:spChg chg="add mod ord">
          <ac:chgData name="Lamiye Miriyeva" userId="db225c952d453247" providerId="LiveId" clId="{A242759D-44EB-4932-903D-EDDB77530649}" dt="2025-11-23T06:38:29.472" v="877" actId="14100"/>
          <ac:spMkLst>
            <pc:docMk/>
            <pc:sldMk cId="441365817" sldId="267"/>
            <ac:spMk id="15" creationId="{1D4BC9A6-67CD-4B70-AC21-2B64F50F7A8A}"/>
          </ac:spMkLst>
        </pc:spChg>
        <pc:spChg chg="mod">
          <ac:chgData name="Lamiye Miriyeva" userId="db225c952d453247" providerId="LiveId" clId="{A242759D-44EB-4932-903D-EDDB77530649}" dt="2025-11-23T06:39:21.388" v="886" actId="14861"/>
          <ac:spMkLst>
            <pc:docMk/>
            <pc:sldMk cId="441365817" sldId="267"/>
            <ac:spMk id="24" creationId="{6425C3C8-DA69-4BF9-BA2A-CBC3BAF76A2D}"/>
          </ac:spMkLst>
        </pc:spChg>
        <pc:spChg chg="del mod">
          <ac:chgData name="Lamiye Miriyeva" userId="db225c952d453247" providerId="LiveId" clId="{A242759D-44EB-4932-903D-EDDB77530649}" dt="2025-11-23T06:35:59.126" v="830"/>
          <ac:spMkLst>
            <pc:docMk/>
            <pc:sldMk cId="441365817" sldId="267"/>
            <ac:spMk id="26" creationId="{4AE4FE3C-B6DE-4FD8-AD52-3C1FA74B08F4}"/>
          </ac:spMkLst>
        </pc:spChg>
        <pc:spChg chg="del mod">
          <ac:chgData name="Lamiye Miriyeva" userId="db225c952d453247" providerId="LiveId" clId="{A242759D-44EB-4932-903D-EDDB77530649}" dt="2025-11-23T06:33:28.840" v="775" actId="478"/>
          <ac:spMkLst>
            <pc:docMk/>
            <pc:sldMk cId="441365817" sldId="267"/>
            <ac:spMk id="29" creationId="{397B0E92-F749-4805-A6C0-7D2F486978E4}"/>
          </ac:spMkLst>
        </pc:spChg>
        <pc:spChg chg="del mod">
          <ac:chgData name="Lamiye Miriyeva" userId="db225c952d453247" providerId="LiveId" clId="{A242759D-44EB-4932-903D-EDDB77530649}" dt="2025-11-23T06:33:28.841" v="777"/>
          <ac:spMkLst>
            <pc:docMk/>
            <pc:sldMk cId="441365817" sldId="267"/>
            <ac:spMk id="43" creationId="{80A4A48D-FD88-4435-8D6C-27E492B55F64}"/>
          </ac:spMkLst>
        </pc:spChg>
        <pc:picChg chg="add mod">
          <ac:chgData name="Lamiye Miriyeva" userId="db225c952d453247" providerId="LiveId" clId="{A242759D-44EB-4932-903D-EDDB77530649}" dt="2025-11-23T06:38:57.481" v="885" actId="1440"/>
          <ac:picMkLst>
            <pc:docMk/>
            <pc:sldMk cId="441365817" sldId="267"/>
            <ac:picMk id="7" creationId="{0612304C-9DBA-4F5E-AC38-7F6664489EA7}"/>
          </ac:picMkLst>
        </pc:picChg>
        <pc:picChg chg="add mod">
          <ac:chgData name="Lamiye Miriyeva" userId="db225c952d453247" providerId="LiveId" clId="{A242759D-44EB-4932-903D-EDDB77530649}" dt="2025-11-23T06:38:55.314" v="884" actId="1440"/>
          <ac:picMkLst>
            <pc:docMk/>
            <pc:sldMk cId="441365817" sldId="267"/>
            <ac:picMk id="8" creationId="{87A89678-BB53-4F59-AA2B-CDBEB1B1BD30}"/>
          </ac:picMkLst>
        </pc:picChg>
        <pc:picChg chg="del">
          <ac:chgData name="Lamiye Miriyeva" userId="db225c952d453247" providerId="LiveId" clId="{A242759D-44EB-4932-903D-EDDB77530649}" dt="2025-11-23T06:33:49.074" v="779" actId="478"/>
          <ac:picMkLst>
            <pc:docMk/>
            <pc:sldMk cId="441365817" sldId="267"/>
            <ac:picMk id="20" creationId="{79D5D058-F1A2-4B8A-A20B-8EDD869F7350}"/>
          </ac:picMkLst>
        </pc:picChg>
      </pc:sldChg>
      <pc:sldChg chg="add del setBg">
        <pc:chgData name="Lamiye Miriyeva" userId="db225c952d453247" providerId="LiveId" clId="{A242759D-44EB-4932-903D-EDDB77530649}" dt="2025-11-23T06:30:35.779" v="731"/>
        <pc:sldMkLst>
          <pc:docMk/>
          <pc:sldMk cId="3619174541" sldId="267"/>
        </pc:sldMkLst>
      </pc:sldChg>
      <pc:sldChg chg="addSp delSp modSp add mod ord delAnim">
        <pc:chgData name="Lamiye Miriyeva" userId="db225c952d453247" providerId="LiveId" clId="{A242759D-44EB-4932-903D-EDDB77530649}" dt="2025-11-23T06:47:02.521" v="990"/>
        <pc:sldMkLst>
          <pc:docMk/>
          <pc:sldMk cId="2830502432" sldId="268"/>
        </pc:sldMkLst>
        <pc:spChg chg="del">
          <ac:chgData name="Lamiye Miriyeva" userId="db225c952d453247" providerId="LiveId" clId="{A242759D-44EB-4932-903D-EDDB77530649}" dt="2025-11-23T06:44:10.361" v="949" actId="478"/>
          <ac:spMkLst>
            <pc:docMk/>
            <pc:sldMk cId="2830502432" sldId="268"/>
            <ac:spMk id="5" creationId="{4035E69D-CA43-4BC0-B149-BEFA8546E670}"/>
          </ac:spMkLst>
        </pc:spChg>
        <pc:spChg chg="del">
          <ac:chgData name="Lamiye Miriyeva" userId="db225c952d453247" providerId="LiveId" clId="{A242759D-44EB-4932-903D-EDDB77530649}" dt="2025-11-23T06:44:10.361" v="949" actId="478"/>
          <ac:spMkLst>
            <pc:docMk/>
            <pc:sldMk cId="2830502432" sldId="268"/>
            <ac:spMk id="7" creationId="{AE56BC75-234B-4E98-BD80-2443EFA56CBA}"/>
          </ac:spMkLst>
        </pc:spChg>
        <pc:spChg chg="del">
          <ac:chgData name="Lamiye Miriyeva" userId="db225c952d453247" providerId="LiveId" clId="{A242759D-44EB-4932-903D-EDDB77530649}" dt="2025-11-23T06:44:10.361" v="949" actId="478"/>
          <ac:spMkLst>
            <pc:docMk/>
            <pc:sldMk cId="2830502432" sldId="268"/>
            <ac:spMk id="15" creationId="{C871C74F-6AB4-4D49-9422-AA7AEC7DCCF9}"/>
          </ac:spMkLst>
        </pc:spChg>
        <pc:spChg chg="del">
          <ac:chgData name="Lamiye Miriyeva" userId="db225c952d453247" providerId="LiveId" clId="{A242759D-44EB-4932-903D-EDDB77530649}" dt="2025-11-23T06:44:10.361" v="949" actId="478"/>
          <ac:spMkLst>
            <pc:docMk/>
            <pc:sldMk cId="2830502432" sldId="268"/>
            <ac:spMk id="18" creationId="{B821BF45-0725-4535-8A4A-DAFC0C2E1647}"/>
          </ac:spMkLst>
        </pc:spChg>
        <pc:spChg chg="del">
          <ac:chgData name="Lamiye Miriyeva" userId="db225c952d453247" providerId="LiveId" clId="{A242759D-44EB-4932-903D-EDDB77530649}" dt="2025-11-23T06:44:10.361" v="949" actId="478"/>
          <ac:spMkLst>
            <pc:docMk/>
            <pc:sldMk cId="2830502432" sldId="268"/>
            <ac:spMk id="19" creationId="{2E22253F-9F28-483A-9EA9-D504CC528072}"/>
          </ac:spMkLst>
        </pc:spChg>
        <pc:spChg chg="del">
          <ac:chgData name="Lamiye Miriyeva" userId="db225c952d453247" providerId="LiveId" clId="{A242759D-44EB-4932-903D-EDDB77530649}" dt="2025-11-23T06:44:10.361" v="949" actId="478"/>
          <ac:spMkLst>
            <pc:docMk/>
            <pc:sldMk cId="2830502432" sldId="268"/>
            <ac:spMk id="21" creationId="{04CE894A-9E30-47D7-9118-8210A6BB4565}"/>
          </ac:spMkLst>
        </pc:spChg>
        <pc:spChg chg="add mod">
          <ac:chgData name="Lamiye Miriyeva" userId="db225c952d453247" providerId="LiveId" clId="{A242759D-44EB-4932-903D-EDDB77530649}" dt="2025-11-23T06:45:57.074" v="981" actId="1076"/>
          <ac:spMkLst>
            <pc:docMk/>
            <pc:sldMk cId="2830502432" sldId="268"/>
            <ac:spMk id="29" creationId="{CB4C7703-430F-472E-B613-F31C168738F3}"/>
          </ac:spMkLst>
        </pc:spChg>
        <pc:spChg chg="add mod ord">
          <ac:chgData name="Lamiye Miriyeva" userId="db225c952d453247" providerId="LiveId" clId="{A242759D-44EB-4932-903D-EDDB77530649}" dt="2025-11-23T06:46:01.209" v="982" actId="14100"/>
          <ac:spMkLst>
            <pc:docMk/>
            <pc:sldMk cId="2830502432" sldId="268"/>
            <ac:spMk id="30" creationId="{799F8D6C-D3BB-4AB0-A5CD-4B4FCFEC74B0}"/>
          </ac:spMkLst>
        </pc:spChg>
        <pc:spChg chg="del">
          <ac:chgData name="Lamiye Miriyeva" userId="db225c952d453247" providerId="LiveId" clId="{A242759D-44EB-4932-903D-EDDB77530649}" dt="2025-11-23T06:41:35.113" v="910" actId="478"/>
          <ac:spMkLst>
            <pc:docMk/>
            <pc:sldMk cId="2830502432" sldId="268"/>
            <ac:spMk id="31" creationId="{D91238C4-DA99-430B-8C97-8CD71D57587E}"/>
          </ac:spMkLst>
        </pc:spChg>
        <pc:spChg chg="del mod">
          <ac:chgData name="Lamiye Miriyeva" userId="db225c952d453247" providerId="LiveId" clId="{A242759D-44EB-4932-903D-EDDB77530649}" dt="2025-11-23T06:41:34.555" v="909" actId="478"/>
          <ac:spMkLst>
            <pc:docMk/>
            <pc:sldMk cId="2830502432" sldId="268"/>
            <ac:spMk id="43" creationId="{80A4A48D-FD88-4435-8D6C-27E492B55F64}"/>
          </ac:spMkLst>
        </pc:spChg>
        <pc:grpChg chg="del">
          <ac:chgData name="Lamiye Miriyeva" userId="db225c952d453247" providerId="LiveId" clId="{A242759D-44EB-4932-903D-EDDB77530649}" dt="2025-11-23T06:46:19.758" v="985" actId="478"/>
          <ac:grpSpMkLst>
            <pc:docMk/>
            <pc:sldMk cId="2830502432" sldId="268"/>
            <ac:grpSpMk id="2" creationId="{04D8A3B9-32FA-46AC-B6EE-7CDC25D77BD0}"/>
          </ac:grpSpMkLst>
        </pc:grpChg>
        <pc:grpChg chg="add mod">
          <ac:chgData name="Lamiye Miriyeva" userId="db225c952d453247" providerId="LiveId" clId="{A242759D-44EB-4932-903D-EDDB77530649}" dt="2025-11-23T06:46:17.334" v="984"/>
          <ac:grpSpMkLst>
            <pc:docMk/>
            <pc:sldMk cId="2830502432" sldId="268"/>
            <ac:grpSpMk id="32" creationId="{6AF1375B-2DF0-4F69-A8EB-0210D7558024}"/>
          </ac:grpSpMkLst>
        </pc:grpChg>
        <pc:grpChg chg="mod">
          <ac:chgData name="Lamiye Miriyeva" userId="db225c952d453247" providerId="LiveId" clId="{A242759D-44EB-4932-903D-EDDB77530649}" dt="2025-11-23T06:46:17.334" v="984"/>
          <ac:grpSpMkLst>
            <pc:docMk/>
            <pc:sldMk cId="2830502432" sldId="268"/>
            <ac:grpSpMk id="34" creationId="{A6FA608A-95AA-4B45-8C2C-2A1EDC0F1A89}"/>
          </ac:grpSpMkLst>
        </pc:grpChg>
        <pc:grpChg chg="mod">
          <ac:chgData name="Lamiye Miriyeva" userId="db225c952d453247" providerId="LiveId" clId="{A242759D-44EB-4932-903D-EDDB77530649}" dt="2025-11-23T06:46:17.334" v="984"/>
          <ac:grpSpMkLst>
            <pc:docMk/>
            <pc:sldMk cId="2830502432" sldId="268"/>
            <ac:grpSpMk id="35" creationId="{EA7F7D4D-9416-48ED-96EC-2502D682F7C8}"/>
          </ac:grpSpMkLst>
        </pc:grpChg>
        <pc:grpChg chg="del">
          <ac:chgData name="Lamiye Miriyeva" userId="db225c952d453247" providerId="LiveId" clId="{A242759D-44EB-4932-903D-EDDB77530649}" dt="2025-11-23T06:46:21.447" v="986" actId="478"/>
          <ac:grpSpMkLst>
            <pc:docMk/>
            <pc:sldMk cId="2830502432" sldId="268"/>
            <ac:grpSpMk id="38" creationId="{739821A9-C5FE-4063-B6CB-C6F9C574F4E5}"/>
          </ac:grpSpMkLst>
        </pc:grpChg>
        <pc:picChg chg="del">
          <ac:chgData name="Lamiye Miriyeva" userId="db225c952d453247" providerId="LiveId" clId="{A242759D-44EB-4932-903D-EDDB77530649}" dt="2025-11-23T06:39:58.904" v="890" actId="478"/>
          <ac:picMkLst>
            <pc:docMk/>
            <pc:sldMk cId="2830502432" sldId="268"/>
            <ac:picMk id="6" creationId="{4C214A0D-B790-40B1-9B6E-A920A34CE93F}"/>
          </ac:picMkLst>
        </pc:picChg>
        <pc:picChg chg="del">
          <ac:chgData name="Lamiye Miriyeva" userId="db225c952d453247" providerId="LiveId" clId="{A242759D-44EB-4932-903D-EDDB77530649}" dt="2025-11-23T06:40:00.452" v="891" actId="478"/>
          <ac:picMkLst>
            <pc:docMk/>
            <pc:sldMk cId="2830502432" sldId="268"/>
            <ac:picMk id="8" creationId="{BF87F2E1-3749-428E-B23B-1D9EA92E1F8F}"/>
          </ac:picMkLst>
        </pc:picChg>
        <pc:picChg chg="del mod">
          <ac:chgData name="Lamiye Miriyeva" userId="db225c952d453247" providerId="LiveId" clId="{A242759D-44EB-4932-903D-EDDB77530649}" dt="2025-11-23T06:40:01.934" v="893" actId="478"/>
          <ac:picMkLst>
            <pc:docMk/>
            <pc:sldMk cId="2830502432" sldId="268"/>
            <ac:picMk id="9" creationId="{B1B63A80-35E4-4955-B60D-E5DC9091DC40}"/>
          </ac:picMkLst>
        </pc:picChg>
        <pc:picChg chg="del">
          <ac:chgData name="Lamiye Miriyeva" userId="db225c952d453247" providerId="LiveId" clId="{A242759D-44EB-4932-903D-EDDB77530649}" dt="2025-11-23T06:44:06.858" v="948" actId="478"/>
          <ac:picMkLst>
            <pc:docMk/>
            <pc:sldMk cId="2830502432" sldId="268"/>
            <ac:picMk id="12" creationId="{D61D9238-0A23-4E30-B27B-8BDBF6E71734}"/>
          </ac:picMkLst>
        </pc:picChg>
        <pc:picChg chg="del">
          <ac:chgData name="Lamiye Miriyeva" userId="db225c952d453247" providerId="LiveId" clId="{A242759D-44EB-4932-903D-EDDB77530649}" dt="2025-11-23T06:44:06.858" v="948" actId="478"/>
          <ac:picMkLst>
            <pc:docMk/>
            <pc:sldMk cId="2830502432" sldId="268"/>
            <ac:picMk id="16" creationId="{D7C41038-C12E-4C19-8712-4BCC56AFB59F}"/>
          </ac:picMkLst>
        </pc:picChg>
        <pc:picChg chg="add mod">
          <ac:chgData name="Lamiye Miriyeva" userId="db225c952d453247" providerId="LiveId" clId="{A242759D-44EB-4932-903D-EDDB77530649}" dt="2025-11-23T06:46:26.286" v="987" actId="1440"/>
          <ac:picMkLst>
            <pc:docMk/>
            <pc:sldMk cId="2830502432" sldId="268"/>
            <ac:picMk id="26" creationId="{9AACF275-8B5A-4CDA-B82D-25475375FA5C}"/>
          </ac:picMkLst>
        </pc:picChg>
        <pc:picChg chg="del">
          <ac:chgData name="Lamiye Miriyeva" userId="db225c952d453247" providerId="LiveId" clId="{A242759D-44EB-4932-903D-EDDB77530649}" dt="2025-11-23T06:44:06.858" v="948" actId="478"/>
          <ac:picMkLst>
            <pc:docMk/>
            <pc:sldMk cId="2830502432" sldId="268"/>
            <ac:picMk id="28" creationId="{3087C8D1-306F-424E-8D21-F42334C5477C}"/>
          </ac:picMkLst>
        </pc:picChg>
        <pc:picChg chg="mod">
          <ac:chgData name="Lamiye Miriyeva" userId="db225c952d453247" providerId="LiveId" clId="{A242759D-44EB-4932-903D-EDDB77530649}" dt="2025-11-23T06:46:17.334" v="984"/>
          <ac:picMkLst>
            <pc:docMk/>
            <pc:sldMk cId="2830502432" sldId="268"/>
            <ac:picMk id="36" creationId="{1BBEA251-6E36-494A-89AB-6154C3BE5A29}"/>
          </ac:picMkLst>
        </pc:picChg>
        <pc:picChg chg="mod">
          <ac:chgData name="Lamiye Miriyeva" userId="db225c952d453247" providerId="LiveId" clId="{A242759D-44EB-4932-903D-EDDB77530649}" dt="2025-11-23T06:46:17.334" v="984"/>
          <ac:picMkLst>
            <pc:docMk/>
            <pc:sldMk cId="2830502432" sldId="268"/>
            <ac:picMk id="37" creationId="{CC3EB6C6-58E3-4026-B670-E92609BF8BC5}"/>
          </ac:picMkLst>
        </pc:picChg>
        <pc:picChg chg="mod">
          <ac:chgData name="Lamiye Miriyeva" userId="db225c952d453247" providerId="LiveId" clId="{A242759D-44EB-4932-903D-EDDB77530649}" dt="2025-11-23T06:46:17.334" v="984"/>
          <ac:picMkLst>
            <pc:docMk/>
            <pc:sldMk cId="2830502432" sldId="268"/>
            <ac:picMk id="39" creationId="{45111A4D-B065-4566-9DBC-0AC02D767863}"/>
          </ac:picMkLst>
        </pc:picChg>
        <pc:picChg chg="mod">
          <ac:chgData name="Lamiye Miriyeva" userId="db225c952d453247" providerId="LiveId" clId="{A242759D-44EB-4932-903D-EDDB77530649}" dt="2025-11-23T06:46:17.334" v="984"/>
          <ac:picMkLst>
            <pc:docMk/>
            <pc:sldMk cId="2830502432" sldId="268"/>
            <ac:picMk id="42" creationId="{2FD61AD1-1846-4508-8262-4FF27C9A6907}"/>
          </ac:picMkLst>
        </pc:picChg>
        <pc:picChg chg="mod">
          <ac:chgData name="Lamiye Miriyeva" userId="db225c952d453247" providerId="LiveId" clId="{A242759D-44EB-4932-903D-EDDB77530649}" dt="2025-11-23T06:46:17.334" v="984"/>
          <ac:picMkLst>
            <pc:docMk/>
            <pc:sldMk cId="2830502432" sldId="268"/>
            <ac:picMk id="44" creationId="{AE3F1CB7-B3AA-4FCC-AFB1-068EA817B0B8}"/>
          </ac:picMkLst>
        </pc:picChg>
        <pc:picChg chg="mod">
          <ac:chgData name="Lamiye Miriyeva" userId="db225c952d453247" providerId="LiveId" clId="{A242759D-44EB-4932-903D-EDDB77530649}" dt="2025-11-23T06:46:17.334" v="984"/>
          <ac:picMkLst>
            <pc:docMk/>
            <pc:sldMk cId="2830502432" sldId="268"/>
            <ac:picMk id="45" creationId="{A04C8761-9054-48B0-AA98-4BD2C4CFBFA6}"/>
          </ac:picMkLst>
        </pc:picChg>
        <pc:picChg chg="mod">
          <ac:chgData name="Lamiye Miriyeva" userId="db225c952d453247" providerId="LiveId" clId="{A242759D-44EB-4932-903D-EDDB77530649}" dt="2025-11-23T06:46:17.334" v="984"/>
          <ac:picMkLst>
            <pc:docMk/>
            <pc:sldMk cId="2830502432" sldId="268"/>
            <ac:picMk id="46" creationId="{28A466CA-34D0-4AC5-AA52-FB758331993E}"/>
          </ac:picMkLst>
        </pc:picChg>
        <pc:picChg chg="mod">
          <ac:chgData name="Lamiye Miriyeva" userId="db225c952d453247" providerId="LiveId" clId="{A242759D-44EB-4932-903D-EDDB77530649}" dt="2025-11-23T06:46:17.334" v="984"/>
          <ac:picMkLst>
            <pc:docMk/>
            <pc:sldMk cId="2830502432" sldId="268"/>
            <ac:picMk id="52" creationId="{E7B9ABED-FFCD-4974-ABE3-E0FBD04F660E}"/>
          </ac:picMkLst>
        </pc:picChg>
      </pc:sldChg>
      <pc:sldChg chg="addSp delSp modSp add mod">
        <pc:chgData name="Lamiye Miriyeva" userId="db225c952d453247" providerId="LiveId" clId="{A242759D-44EB-4932-903D-EDDB77530649}" dt="2025-11-23T06:51:05.737" v="1086" actId="1076"/>
        <pc:sldMkLst>
          <pc:docMk/>
          <pc:sldMk cId="3266695924" sldId="269"/>
        </pc:sldMkLst>
        <pc:spChg chg="mod">
          <ac:chgData name="Lamiye Miriyeva" userId="db225c952d453247" providerId="LiveId" clId="{A242759D-44EB-4932-903D-EDDB77530649}" dt="2025-11-23T06:51:05.737" v="1086" actId="1076"/>
          <ac:spMkLst>
            <pc:docMk/>
            <pc:sldMk cId="3266695924" sldId="269"/>
            <ac:spMk id="10" creationId="{5494B995-773F-48B9-85DF-852764D73B34}"/>
          </ac:spMkLst>
        </pc:spChg>
        <pc:spChg chg="del">
          <ac:chgData name="Lamiye Miriyeva" userId="db225c952d453247" providerId="LiveId" clId="{A242759D-44EB-4932-903D-EDDB77530649}" dt="2025-11-23T06:47:08.158" v="991" actId="478"/>
          <ac:spMkLst>
            <pc:docMk/>
            <pc:sldMk cId="3266695924" sldId="269"/>
            <ac:spMk id="14" creationId="{48819951-D4D5-4E9B-B58B-93C988BDB19D}"/>
          </ac:spMkLst>
        </pc:spChg>
        <pc:spChg chg="del mod">
          <ac:chgData name="Lamiye Miriyeva" userId="db225c952d453247" providerId="LiveId" clId="{A242759D-44EB-4932-903D-EDDB77530649}" dt="2025-11-23T06:47:09.956" v="993" actId="478"/>
          <ac:spMkLst>
            <pc:docMk/>
            <pc:sldMk cId="3266695924" sldId="269"/>
            <ac:spMk id="15" creationId="{1D4BC9A6-67CD-4B70-AC21-2B64F50F7A8A}"/>
          </ac:spMkLst>
        </pc:spChg>
        <pc:spChg chg="mod">
          <ac:chgData name="Lamiye Miriyeva" userId="db225c952d453247" providerId="LiveId" clId="{A242759D-44EB-4932-903D-EDDB77530649}" dt="2025-11-23T06:51:03.264" v="1085" actId="14100"/>
          <ac:spMkLst>
            <pc:docMk/>
            <pc:sldMk cId="3266695924" sldId="269"/>
            <ac:spMk id="24" creationId="{6425C3C8-DA69-4BF9-BA2A-CBC3BAF76A2D}"/>
          </ac:spMkLst>
        </pc:spChg>
        <pc:grpChg chg="add mod">
          <ac:chgData name="Lamiye Miriyeva" userId="db225c952d453247" providerId="LiveId" clId="{A242759D-44EB-4932-903D-EDDB77530649}" dt="2025-11-23T06:50:45.414" v="1081"/>
          <ac:grpSpMkLst>
            <pc:docMk/>
            <pc:sldMk cId="3266695924" sldId="269"/>
            <ac:grpSpMk id="12" creationId="{92CA90EF-670A-4739-9314-680B2196B892}"/>
          </ac:grpSpMkLst>
        </pc:grpChg>
        <pc:grpChg chg="mod">
          <ac:chgData name="Lamiye Miriyeva" userId="db225c952d453247" providerId="LiveId" clId="{A242759D-44EB-4932-903D-EDDB77530649}" dt="2025-11-23T06:50:45.414" v="1081"/>
          <ac:grpSpMkLst>
            <pc:docMk/>
            <pc:sldMk cId="3266695924" sldId="269"/>
            <ac:grpSpMk id="13" creationId="{161C20E4-A158-4BF5-B499-9141779F373F}"/>
          </ac:grpSpMkLst>
        </pc:grpChg>
        <pc:grpChg chg="mod">
          <ac:chgData name="Lamiye Miriyeva" userId="db225c952d453247" providerId="LiveId" clId="{A242759D-44EB-4932-903D-EDDB77530649}" dt="2025-11-23T06:50:45.414" v="1081"/>
          <ac:grpSpMkLst>
            <pc:docMk/>
            <pc:sldMk cId="3266695924" sldId="269"/>
            <ac:grpSpMk id="16" creationId="{9032D964-C752-4DB5-A962-4A444F6879B5}"/>
          </ac:grpSpMkLst>
        </pc:grpChg>
        <pc:picChg chg="del">
          <ac:chgData name="Lamiye Miriyeva" userId="db225c952d453247" providerId="LiveId" clId="{A242759D-44EB-4932-903D-EDDB77530649}" dt="2025-11-23T06:47:13.756" v="995" actId="478"/>
          <ac:picMkLst>
            <pc:docMk/>
            <pc:sldMk cId="3266695924" sldId="269"/>
            <ac:picMk id="7" creationId="{0612304C-9DBA-4F5E-AC38-7F6664489EA7}"/>
          </ac:picMkLst>
        </pc:picChg>
        <pc:picChg chg="del">
          <ac:chgData name="Lamiye Miriyeva" userId="db225c952d453247" providerId="LiveId" clId="{A242759D-44EB-4932-903D-EDDB77530649}" dt="2025-11-23T06:47:12.304" v="994" actId="478"/>
          <ac:picMkLst>
            <pc:docMk/>
            <pc:sldMk cId="3266695924" sldId="269"/>
            <ac:picMk id="8" creationId="{87A89678-BB53-4F59-AA2B-CDBEB1B1BD30}"/>
          </ac:picMkLst>
        </pc:picChg>
        <pc:picChg chg="add mod">
          <ac:chgData name="Lamiye Miriyeva" userId="db225c952d453247" providerId="LiveId" clId="{A242759D-44EB-4932-903D-EDDB77530649}" dt="2025-11-23T06:50:48.309" v="1082" actId="1076"/>
          <ac:picMkLst>
            <pc:docMk/>
            <pc:sldMk cId="3266695924" sldId="269"/>
            <ac:picMk id="9" creationId="{E5AFEE29-6EBD-43F0-A5D8-277F63173ABD}"/>
          </ac:picMkLst>
        </pc:picChg>
        <pc:picChg chg="add mod">
          <ac:chgData name="Lamiye Miriyeva" userId="db225c952d453247" providerId="LiveId" clId="{A242759D-44EB-4932-903D-EDDB77530649}" dt="2025-11-23T06:50:51.026" v="1083" actId="1076"/>
          <ac:picMkLst>
            <pc:docMk/>
            <pc:sldMk cId="3266695924" sldId="269"/>
            <ac:picMk id="11" creationId="{63E9B6F8-E5ED-4BB9-A7DD-A42958259DEC}"/>
          </ac:picMkLst>
        </pc:picChg>
        <pc:picChg chg="mod">
          <ac:chgData name="Lamiye Miriyeva" userId="db225c952d453247" providerId="LiveId" clId="{A242759D-44EB-4932-903D-EDDB77530649}" dt="2025-11-23T06:50:45.414" v="1081"/>
          <ac:picMkLst>
            <pc:docMk/>
            <pc:sldMk cId="3266695924" sldId="269"/>
            <ac:picMk id="17" creationId="{5719C596-D265-4022-ADAF-03052351150E}"/>
          </ac:picMkLst>
        </pc:picChg>
        <pc:picChg chg="mod">
          <ac:chgData name="Lamiye Miriyeva" userId="db225c952d453247" providerId="LiveId" clId="{A242759D-44EB-4932-903D-EDDB77530649}" dt="2025-11-23T06:50:45.414" v="1081"/>
          <ac:picMkLst>
            <pc:docMk/>
            <pc:sldMk cId="3266695924" sldId="269"/>
            <ac:picMk id="18" creationId="{5CABCF68-DBCF-4475-A99B-2A6EB208D06B}"/>
          </ac:picMkLst>
        </pc:picChg>
        <pc:picChg chg="mod">
          <ac:chgData name="Lamiye Miriyeva" userId="db225c952d453247" providerId="LiveId" clId="{A242759D-44EB-4932-903D-EDDB77530649}" dt="2025-11-23T06:50:45.414" v="1081"/>
          <ac:picMkLst>
            <pc:docMk/>
            <pc:sldMk cId="3266695924" sldId="269"/>
            <ac:picMk id="19" creationId="{5552737A-BC0C-4FCC-829F-3A355063FC28}"/>
          </ac:picMkLst>
        </pc:picChg>
        <pc:picChg chg="mod">
          <ac:chgData name="Lamiye Miriyeva" userId="db225c952d453247" providerId="LiveId" clId="{A242759D-44EB-4932-903D-EDDB77530649}" dt="2025-11-23T06:50:45.414" v="1081"/>
          <ac:picMkLst>
            <pc:docMk/>
            <pc:sldMk cId="3266695924" sldId="269"/>
            <ac:picMk id="20" creationId="{8766C260-7E88-4668-9AF8-2C60C31F4EC5}"/>
          </ac:picMkLst>
        </pc:picChg>
        <pc:picChg chg="mod">
          <ac:chgData name="Lamiye Miriyeva" userId="db225c952d453247" providerId="LiveId" clId="{A242759D-44EB-4932-903D-EDDB77530649}" dt="2025-11-23T06:50:45.414" v="1081"/>
          <ac:picMkLst>
            <pc:docMk/>
            <pc:sldMk cId="3266695924" sldId="269"/>
            <ac:picMk id="21" creationId="{A330E3C0-5BBD-424F-BC50-E8E852723A29}"/>
          </ac:picMkLst>
        </pc:picChg>
        <pc:picChg chg="mod">
          <ac:chgData name="Lamiye Miriyeva" userId="db225c952d453247" providerId="LiveId" clId="{A242759D-44EB-4932-903D-EDDB77530649}" dt="2025-11-23T06:50:45.414" v="1081"/>
          <ac:picMkLst>
            <pc:docMk/>
            <pc:sldMk cId="3266695924" sldId="269"/>
            <ac:picMk id="22" creationId="{F11F1713-431C-4633-8F4F-5B397D2479EA}"/>
          </ac:picMkLst>
        </pc:picChg>
        <pc:picChg chg="mod">
          <ac:chgData name="Lamiye Miriyeva" userId="db225c952d453247" providerId="LiveId" clId="{A242759D-44EB-4932-903D-EDDB77530649}" dt="2025-11-23T06:50:45.414" v="1081"/>
          <ac:picMkLst>
            <pc:docMk/>
            <pc:sldMk cId="3266695924" sldId="269"/>
            <ac:picMk id="23" creationId="{71B07274-19C9-403D-A3C3-5BA4E3C0FE01}"/>
          </ac:picMkLst>
        </pc:picChg>
        <pc:picChg chg="mod">
          <ac:chgData name="Lamiye Miriyeva" userId="db225c952d453247" providerId="LiveId" clId="{A242759D-44EB-4932-903D-EDDB77530649}" dt="2025-11-23T06:50:45.414" v="1081"/>
          <ac:picMkLst>
            <pc:docMk/>
            <pc:sldMk cId="3266695924" sldId="269"/>
            <ac:picMk id="25" creationId="{72F668F2-C4A0-4CD1-877B-7A2C07758475}"/>
          </ac:picMkLst>
        </pc:picChg>
      </pc:sldChg>
      <pc:sldChg chg="add del ord">
        <pc:chgData name="Lamiye Miriyeva" userId="db225c952d453247" providerId="LiveId" clId="{A242759D-44EB-4932-903D-EDDB77530649}" dt="2025-11-23T06:51:47.478" v="1090" actId="47"/>
        <pc:sldMkLst>
          <pc:docMk/>
          <pc:sldMk cId="1787704071" sldId="270"/>
        </pc:sldMkLst>
      </pc:sldChg>
      <pc:sldChg chg="addSp delSp modSp add mod ord setBg">
        <pc:chgData name="Lamiye Miriyeva" userId="db225c952d453247" providerId="LiveId" clId="{A242759D-44EB-4932-903D-EDDB77530649}" dt="2025-11-23T07:08:31.361" v="1406" actId="207"/>
        <pc:sldMkLst>
          <pc:docMk/>
          <pc:sldMk cId="4133272138" sldId="270"/>
        </pc:sldMkLst>
        <pc:spChg chg="add del mod">
          <ac:chgData name="Lamiye Miriyeva" userId="db225c952d453247" providerId="LiveId" clId="{A242759D-44EB-4932-903D-EDDB77530649}" dt="2025-11-23T06:54:40.394" v="1190" actId="478"/>
          <ac:spMkLst>
            <pc:docMk/>
            <pc:sldMk cId="4133272138" sldId="270"/>
            <ac:spMk id="2" creationId="{30CFF2F1-D64A-45F6-AEE6-26CA30BCD364}"/>
          </ac:spMkLst>
        </pc:spChg>
        <pc:spChg chg="del mod">
          <ac:chgData name="Lamiye Miriyeva" userId="db225c952d453247" providerId="LiveId" clId="{A242759D-44EB-4932-903D-EDDB77530649}" dt="2025-11-23T06:53:09.629" v="1174" actId="478"/>
          <ac:spMkLst>
            <pc:docMk/>
            <pc:sldMk cId="4133272138" sldId="270"/>
            <ac:spMk id="9" creationId="{C7D16311-6CD1-4E24-8F9E-268AB9FAA70A}"/>
          </ac:spMkLst>
        </pc:spChg>
        <pc:spChg chg="mod ord">
          <ac:chgData name="Lamiye Miriyeva" userId="db225c952d453247" providerId="LiveId" clId="{A242759D-44EB-4932-903D-EDDB77530649}" dt="2025-11-23T07:06:03.082" v="1349" actId="207"/>
          <ac:spMkLst>
            <pc:docMk/>
            <pc:sldMk cId="4133272138" sldId="270"/>
            <ac:spMk id="10" creationId="{2804A2E8-D243-4D4C-9585-DC4E33566F6B}"/>
          </ac:spMkLst>
        </pc:spChg>
        <pc:spChg chg="add del mod">
          <ac:chgData name="Lamiye Miriyeva" userId="db225c952d453247" providerId="LiveId" clId="{A242759D-44EB-4932-903D-EDDB77530649}" dt="2025-11-23T06:53:39.900" v="1178" actId="478"/>
          <ac:spMkLst>
            <pc:docMk/>
            <pc:sldMk cId="4133272138" sldId="270"/>
            <ac:spMk id="11" creationId="{33C44D6C-93B8-4A0F-AF81-A2DD8B3D7D9D}"/>
          </ac:spMkLst>
        </pc:spChg>
        <pc:spChg chg="add mod ord">
          <ac:chgData name="Lamiye Miriyeva" userId="db225c952d453247" providerId="LiveId" clId="{A242759D-44EB-4932-903D-EDDB77530649}" dt="2025-11-23T06:56:49.161" v="1221" actId="1076"/>
          <ac:spMkLst>
            <pc:docMk/>
            <pc:sldMk cId="4133272138" sldId="270"/>
            <ac:spMk id="12" creationId="{5C9BFB13-6F63-4FE4-89B8-A8D9FB0016EA}"/>
          </ac:spMkLst>
        </pc:spChg>
        <pc:spChg chg="add mod">
          <ac:chgData name="Lamiye Miriyeva" userId="db225c952d453247" providerId="LiveId" clId="{A242759D-44EB-4932-903D-EDDB77530649}" dt="2025-11-23T06:59:40.235" v="1247" actId="14100"/>
          <ac:spMkLst>
            <pc:docMk/>
            <pc:sldMk cId="4133272138" sldId="270"/>
            <ac:spMk id="13" creationId="{80B5500E-A13D-467E-8619-A5EF14DD8893}"/>
          </ac:spMkLst>
        </pc:spChg>
        <pc:spChg chg="add mod">
          <ac:chgData name="Lamiye Miriyeva" userId="db225c952d453247" providerId="LiveId" clId="{A242759D-44EB-4932-903D-EDDB77530649}" dt="2025-11-23T07:06:48.240" v="1359" actId="1076"/>
          <ac:spMkLst>
            <pc:docMk/>
            <pc:sldMk cId="4133272138" sldId="270"/>
            <ac:spMk id="14" creationId="{8AA1F417-0E81-48DD-B3AE-7D4CD62FBF11}"/>
          </ac:spMkLst>
        </pc:spChg>
        <pc:spChg chg="add mod ord">
          <ac:chgData name="Lamiye Miriyeva" userId="db225c952d453247" providerId="LiveId" clId="{A242759D-44EB-4932-903D-EDDB77530649}" dt="2025-11-23T07:05:51.189" v="1348" actId="171"/>
          <ac:spMkLst>
            <pc:docMk/>
            <pc:sldMk cId="4133272138" sldId="270"/>
            <ac:spMk id="16" creationId="{475EC229-A34D-4209-98E5-0208E234C128}"/>
          </ac:spMkLst>
        </pc:spChg>
        <pc:spChg chg="add mod ord">
          <ac:chgData name="Lamiye Miriyeva" userId="db225c952d453247" providerId="LiveId" clId="{A242759D-44EB-4932-903D-EDDB77530649}" dt="2025-11-23T07:06:51.454" v="1360" actId="14100"/>
          <ac:spMkLst>
            <pc:docMk/>
            <pc:sldMk cId="4133272138" sldId="270"/>
            <ac:spMk id="17" creationId="{DA49E8F4-7FAD-42B5-A784-5B3359914E66}"/>
          </ac:spMkLst>
        </pc:spChg>
        <pc:spChg chg="mod ord">
          <ac:chgData name="Lamiye Miriyeva" userId="db225c952d453247" providerId="LiveId" clId="{A242759D-44EB-4932-903D-EDDB77530649}" dt="2025-11-23T07:05:00.268" v="1340" actId="167"/>
          <ac:spMkLst>
            <pc:docMk/>
            <pc:sldMk cId="4133272138" sldId="270"/>
            <ac:spMk id="21" creationId="{5365C915-6297-4131-9770-C56ACB2689D6}"/>
          </ac:spMkLst>
        </pc:spChg>
        <pc:spChg chg="del mod ord">
          <ac:chgData name="Lamiye Miriyeva" userId="db225c952d453247" providerId="LiveId" clId="{A242759D-44EB-4932-903D-EDDB77530649}" dt="2025-11-23T06:55:37.980" v="1202" actId="478"/>
          <ac:spMkLst>
            <pc:docMk/>
            <pc:sldMk cId="4133272138" sldId="270"/>
            <ac:spMk id="32" creationId="{9D329D99-EF3A-4990-84D7-35FA4D8579BF}"/>
          </ac:spMkLst>
        </pc:spChg>
        <pc:picChg chg="add mod">
          <ac:chgData name="Lamiye Miriyeva" userId="db225c952d453247" providerId="LiveId" clId="{A242759D-44EB-4932-903D-EDDB77530649}" dt="2025-11-23T07:08:31.361" v="1406" actId="207"/>
          <ac:picMkLst>
            <pc:docMk/>
            <pc:sldMk cId="4133272138" sldId="270"/>
            <ac:picMk id="5" creationId="{303FE1D7-20F2-4A56-A95A-9A602ED2D8F4}"/>
          </ac:picMkLst>
        </pc:picChg>
        <pc:picChg chg="add del mod">
          <ac:chgData name="Lamiye Miriyeva" userId="db225c952d453247" providerId="LiveId" clId="{A242759D-44EB-4932-903D-EDDB77530649}" dt="2025-11-23T07:07:52.578" v="1366" actId="478"/>
          <ac:picMkLst>
            <pc:docMk/>
            <pc:sldMk cId="4133272138" sldId="270"/>
            <ac:picMk id="7" creationId="{97298D8F-6FD6-42E4-982D-10F26B7F241D}"/>
          </ac:picMkLst>
        </pc:picChg>
        <pc:picChg chg="add mod">
          <ac:chgData name="Lamiye Miriyeva" userId="db225c952d453247" providerId="LiveId" clId="{A242759D-44EB-4932-903D-EDDB77530649}" dt="2025-11-23T07:06:03.582" v="1350" actId="1076"/>
          <ac:picMkLst>
            <pc:docMk/>
            <pc:sldMk cId="4133272138" sldId="270"/>
            <ac:picMk id="15" creationId="{95D54CC5-0DA9-4E77-B9B3-C6D7119282B2}"/>
          </ac:picMkLst>
        </pc:picChg>
        <pc:picChg chg="del">
          <ac:chgData name="Lamiye Miriyeva" userId="db225c952d453247" providerId="LiveId" clId="{A242759D-44EB-4932-903D-EDDB77530649}" dt="2025-11-23T06:53:04.917" v="1172" actId="478"/>
          <ac:picMkLst>
            <pc:docMk/>
            <pc:sldMk cId="4133272138" sldId="270"/>
            <ac:picMk id="2054" creationId="{D11F3724-6B4A-4542-A467-6607E6057BF3}"/>
          </ac:picMkLst>
        </pc:picChg>
      </pc:sldChg>
      <pc:sldChg chg="modSp new del mod">
        <pc:chgData name="Lamiye Miriyeva" userId="db225c952d453247" providerId="LiveId" clId="{A242759D-44EB-4932-903D-EDDB77530649}" dt="2025-11-23T07:04:42.603" v="1336" actId="47"/>
        <pc:sldMkLst>
          <pc:docMk/>
          <pc:sldMk cId="5042588" sldId="271"/>
        </pc:sldMkLst>
        <pc:spChg chg="mod">
          <ac:chgData name="Lamiye Miriyeva" userId="db225c952d453247" providerId="LiveId" clId="{A242759D-44EB-4932-903D-EDDB77530649}" dt="2025-11-23T07:01:54.196" v="1302" actId="20577"/>
          <ac:spMkLst>
            <pc:docMk/>
            <pc:sldMk cId="5042588" sldId="271"/>
            <ac:spMk id="2" creationId="{BCA0F3CE-F640-4FC7-97C1-645B2AFF9545}"/>
          </ac:spMkLst>
        </pc:spChg>
      </pc:sldChg>
      <pc:sldChg chg="addSp delSp modSp add mod ord">
        <pc:chgData name="Lamiye Miriyeva" userId="db225c952d453247" providerId="LiveId" clId="{A242759D-44EB-4932-903D-EDDB77530649}" dt="2025-11-23T07:04:38.121" v="1335" actId="170"/>
        <pc:sldMkLst>
          <pc:docMk/>
          <pc:sldMk cId="2901012132" sldId="272"/>
        </pc:sldMkLst>
        <pc:spChg chg="add del mod">
          <ac:chgData name="Lamiye Miriyeva" userId="db225c952d453247" providerId="LiveId" clId="{A242759D-44EB-4932-903D-EDDB77530649}" dt="2025-11-23T07:03:59.212" v="1328" actId="478"/>
          <ac:spMkLst>
            <pc:docMk/>
            <pc:sldMk cId="2901012132" sldId="272"/>
            <ac:spMk id="2" creationId="{6695485C-A9C4-4799-AE7F-15F5241F0846}"/>
          </ac:spMkLst>
        </pc:spChg>
        <pc:spChg chg="add mod ord">
          <ac:chgData name="Lamiye Miriyeva" userId="db225c952d453247" providerId="LiveId" clId="{A242759D-44EB-4932-903D-EDDB77530649}" dt="2025-11-23T07:04:38.121" v="1335" actId="170"/>
          <ac:spMkLst>
            <pc:docMk/>
            <pc:sldMk cId="2901012132" sldId="272"/>
            <ac:spMk id="7" creationId="{E190EF48-E337-4306-A246-96B4F7EBC15F}"/>
          </ac:spMkLst>
        </pc:spChg>
        <pc:spChg chg="mod">
          <ac:chgData name="Lamiye Miriyeva" userId="db225c952d453247" providerId="LiveId" clId="{A242759D-44EB-4932-903D-EDDB77530649}" dt="2025-11-23T07:03:50.871" v="1325" actId="1076"/>
          <ac:spMkLst>
            <pc:docMk/>
            <pc:sldMk cId="2901012132" sldId="272"/>
            <ac:spMk id="9" creationId="{90CEF4ED-45C8-44A2-85DA-2B6B92B1B94F}"/>
          </ac:spMkLst>
        </pc:spChg>
        <pc:spChg chg="mod">
          <ac:chgData name="Lamiye Miriyeva" userId="db225c952d453247" providerId="LiveId" clId="{A242759D-44EB-4932-903D-EDDB77530649}" dt="2025-11-23T07:03:14.912" v="1319" actId="207"/>
          <ac:spMkLst>
            <pc:docMk/>
            <pc:sldMk cId="2901012132" sldId="272"/>
            <ac:spMk id="11" creationId="{B4E22664-6236-44E5-B6E8-42B7160CE354}"/>
          </ac:spMkLst>
        </pc:spChg>
        <pc:picChg chg="mod">
          <ac:chgData name="Lamiye Miriyeva" userId="db225c952d453247" providerId="LiveId" clId="{A242759D-44EB-4932-903D-EDDB77530649}" dt="2025-11-23T07:02:44.465" v="1313" actId="1076"/>
          <ac:picMkLst>
            <pc:docMk/>
            <pc:sldMk cId="2901012132" sldId="272"/>
            <ac:picMk id="1032" creationId="{199998A7-86EE-4A2A-88BF-BCE40140FAF5}"/>
          </ac:picMkLst>
        </pc:picChg>
      </pc:sldChg>
      <pc:sldMasterChg chg="setBg modSldLayout">
        <pc:chgData name="Lamiye Miriyeva" userId="db225c952d453247" providerId="LiveId" clId="{A242759D-44EB-4932-903D-EDDB77530649}" dt="2025-11-22T21:55:04.209" v="7"/>
        <pc:sldMasterMkLst>
          <pc:docMk/>
          <pc:sldMasterMk cId="2415280087" sldId="2147483648"/>
        </pc:sldMasterMkLst>
        <pc:sldLayoutChg chg="setBg">
          <pc:chgData name="Lamiye Miriyeva" userId="db225c952d453247" providerId="LiveId" clId="{A242759D-44EB-4932-903D-EDDB77530649}" dt="2025-11-22T21:55:04.209" v="7"/>
          <pc:sldLayoutMkLst>
            <pc:docMk/>
            <pc:sldMasterMk cId="2415280087" sldId="2147483648"/>
            <pc:sldLayoutMk cId="3135379072" sldId="2147483649"/>
          </pc:sldLayoutMkLst>
        </pc:sldLayoutChg>
        <pc:sldLayoutChg chg="setBg">
          <pc:chgData name="Lamiye Miriyeva" userId="db225c952d453247" providerId="LiveId" clId="{A242759D-44EB-4932-903D-EDDB77530649}" dt="2025-11-22T21:55:04.209" v="7"/>
          <pc:sldLayoutMkLst>
            <pc:docMk/>
            <pc:sldMasterMk cId="2415280087" sldId="2147483648"/>
            <pc:sldLayoutMk cId="3936866180" sldId="2147483650"/>
          </pc:sldLayoutMkLst>
        </pc:sldLayoutChg>
        <pc:sldLayoutChg chg="setBg">
          <pc:chgData name="Lamiye Miriyeva" userId="db225c952d453247" providerId="LiveId" clId="{A242759D-44EB-4932-903D-EDDB77530649}" dt="2025-11-22T21:55:04.209" v="7"/>
          <pc:sldLayoutMkLst>
            <pc:docMk/>
            <pc:sldMasterMk cId="2415280087" sldId="2147483648"/>
            <pc:sldLayoutMk cId="3741497602" sldId="2147483651"/>
          </pc:sldLayoutMkLst>
        </pc:sldLayoutChg>
        <pc:sldLayoutChg chg="setBg">
          <pc:chgData name="Lamiye Miriyeva" userId="db225c952d453247" providerId="LiveId" clId="{A242759D-44EB-4932-903D-EDDB77530649}" dt="2025-11-22T21:55:04.209" v="7"/>
          <pc:sldLayoutMkLst>
            <pc:docMk/>
            <pc:sldMasterMk cId="2415280087" sldId="2147483648"/>
            <pc:sldLayoutMk cId="3179868623" sldId="2147483652"/>
          </pc:sldLayoutMkLst>
        </pc:sldLayoutChg>
        <pc:sldLayoutChg chg="setBg">
          <pc:chgData name="Lamiye Miriyeva" userId="db225c952d453247" providerId="LiveId" clId="{A242759D-44EB-4932-903D-EDDB77530649}" dt="2025-11-22T21:55:04.209" v="7"/>
          <pc:sldLayoutMkLst>
            <pc:docMk/>
            <pc:sldMasterMk cId="2415280087" sldId="2147483648"/>
            <pc:sldLayoutMk cId="2483206168" sldId="2147483653"/>
          </pc:sldLayoutMkLst>
        </pc:sldLayoutChg>
        <pc:sldLayoutChg chg="setBg">
          <pc:chgData name="Lamiye Miriyeva" userId="db225c952d453247" providerId="LiveId" clId="{A242759D-44EB-4932-903D-EDDB77530649}" dt="2025-11-22T21:55:04.209" v="7"/>
          <pc:sldLayoutMkLst>
            <pc:docMk/>
            <pc:sldMasterMk cId="2415280087" sldId="2147483648"/>
            <pc:sldLayoutMk cId="1314538484" sldId="2147483654"/>
          </pc:sldLayoutMkLst>
        </pc:sldLayoutChg>
        <pc:sldLayoutChg chg="setBg">
          <pc:chgData name="Lamiye Miriyeva" userId="db225c952d453247" providerId="LiveId" clId="{A242759D-44EB-4932-903D-EDDB77530649}" dt="2025-11-22T21:55:04.209" v="7"/>
          <pc:sldLayoutMkLst>
            <pc:docMk/>
            <pc:sldMasterMk cId="2415280087" sldId="2147483648"/>
            <pc:sldLayoutMk cId="3532625858" sldId="2147483655"/>
          </pc:sldLayoutMkLst>
        </pc:sldLayoutChg>
        <pc:sldLayoutChg chg="setBg">
          <pc:chgData name="Lamiye Miriyeva" userId="db225c952d453247" providerId="LiveId" clId="{A242759D-44EB-4932-903D-EDDB77530649}" dt="2025-11-22T21:55:04.209" v="7"/>
          <pc:sldLayoutMkLst>
            <pc:docMk/>
            <pc:sldMasterMk cId="2415280087" sldId="2147483648"/>
            <pc:sldLayoutMk cId="3829737606" sldId="2147483656"/>
          </pc:sldLayoutMkLst>
        </pc:sldLayoutChg>
        <pc:sldLayoutChg chg="setBg">
          <pc:chgData name="Lamiye Miriyeva" userId="db225c952d453247" providerId="LiveId" clId="{A242759D-44EB-4932-903D-EDDB77530649}" dt="2025-11-22T21:55:04.209" v="7"/>
          <pc:sldLayoutMkLst>
            <pc:docMk/>
            <pc:sldMasterMk cId="2415280087" sldId="2147483648"/>
            <pc:sldLayoutMk cId="1836496742" sldId="2147483657"/>
          </pc:sldLayoutMkLst>
        </pc:sldLayoutChg>
        <pc:sldLayoutChg chg="setBg">
          <pc:chgData name="Lamiye Miriyeva" userId="db225c952d453247" providerId="LiveId" clId="{A242759D-44EB-4932-903D-EDDB77530649}" dt="2025-11-22T21:55:04.209" v="7"/>
          <pc:sldLayoutMkLst>
            <pc:docMk/>
            <pc:sldMasterMk cId="2415280087" sldId="2147483648"/>
            <pc:sldLayoutMk cId="1744990175" sldId="2147483658"/>
          </pc:sldLayoutMkLst>
        </pc:sldLayoutChg>
        <pc:sldLayoutChg chg="setBg">
          <pc:chgData name="Lamiye Miriyeva" userId="db225c952d453247" providerId="LiveId" clId="{A242759D-44EB-4932-903D-EDDB77530649}" dt="2025-11-22T21:55:04.209" v="7"/>
          <pc:sldLayoutMkLst>
            <pc:docMk/>
            <pc:sldMasterMk cId="2415280087" sldId="2147483648"/>
            <pc:sldLayoutMk cId="1158302726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1E0B0-9D2C-4730-9EA5-9D945F7A0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4CBAB-96B4-4FF8-82CB-E38CC2456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05CF1-52E1-4870-A180-E8A02BB6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8EE2-DD30-4FCA-8CE8-5F2D92A8608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3318F-CED9-455F-8AB5-C4DD04ED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558D7-377C-4378-A06F-F5045246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41B3-1108-4EA9-B357-2EA5B105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79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8D2C9-05FC-46B0-A107-48056031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8DC7F-1C53-4B4A-9536-577FCF86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D0473-3672-451D-8C63-BC399568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8EE2-DD30-4FCA-8CE8-5F2D92A8608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4FD7F-ABF2-414E-A301-0BC843AF1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8F4F7-90D0-44C2-B7B2-1B172F717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41B3-1108-4EA9-B357-2EA5B105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6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257EA-EF31-4E89-889E-87E9C5EE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73FED-3EAD-411E-837E-5A4FCA27B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5DFE2-2E5C-44D9-8B4E-FA4A12C5C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8EE2-DD30-4FCA-8CE8-5F2D92A8608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611AF-FA73-462E-9155-585B6BC7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53575-8F4D-4D32-B26C-4D740E944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41B3-1108-4EA9-B357-2EA5B105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97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58D7B-3F47-4A81-B374-09B187412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99E9-1818-4E51-92CA-59B51AE27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144B5-C2EF-451F-9467-0DA7AFD2E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25100-2BA6-4851-978B-82EE3134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8EE2-DD30-4FCA-8CE8-5F2D92A8608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78066-50D6-4D1D-B6D3-A7DCC1118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A631F-F11D-49BB-93B4-92BEAC47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41B3-1108-4EA9-B357-2EA5B105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68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C98A-5DC1-4DD3-948A-47ED28B7C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3BC75-B16C-4CAF-A3CA-1F734B779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66C99-0F33-45AA-953C-45A924DAB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A60F38-AE89-4C3A-A964-DDD798C24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3E2D5-A24E-4978-9E59-387AFE953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D93D1D-1876-4C90-9DB3-A0806B3ED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8EE2-DD30-4FCA-8CE8-5F2D92A8608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DC170-B242-4216-8D8E-C9294AE6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2311A-16FE-406D-9A2F-3EACA98D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41B3-1108-4EA9-B357-2EA5B105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0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0392B-08F0-44AD-9E54-59B20C5A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ED5F9-C749-47D7-B043-44BA57577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8EE2-DD30-4FCA-8CE8-5F2D92A8608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8596B-853F-4C30-A55B-1992F6EE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9E6FF-D8B0-426B-9EE1-48829821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41B3-1108-4EA9-B357-2EA5B105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38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3F2CC-98AC-4446-AE05-C37EEAF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8EE2-DD30-4FCA-8CE8-5F2D92A8608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0A8C4-EA00-4ACE-9C84-2263BE6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729AE-B1C4-4429-AB4E-A05B1C77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41B3-1108-4EA9-B357-2EA5B105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2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4CB8A-8FD6-4453-B36D-F1D37026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CB996-81C7-4454-8C1E-6838711EE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AA35D-52C8-4F1B-B645-BCA69AEDD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629EA-FBAD-4C12-B628-4D616BCD2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8EE2-DD30-4FCA-8CE8-5F2D92A8608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8476D-C200-4947-98D8-BB8D74628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1483F-5C72-4361-8E69-D52F21EE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41B3-1108-4EA9-B357-2EA5B105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3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1467-F04C-4FB7-96EC-801068C1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D548B-AA1B-409E-ABEE-D2F05C208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B543E-028D-4D16-9A1E-27C2A1A8F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0297D-2234-4BFB-8B98-B8BFF518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8EE2-DD30-4FCA-8CE8-5F2D92A8608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44CF3-5437-4293-A3FC-F8D9E6C7A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F66F-516B-4E7A-A97A-0A02EC32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41B3-1108-4EA9-B357-2EA5B105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9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ACC8C-195F-4224-AD30-F64610A6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860D0-3176-48FF-8A5C-6B4F415CF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3592-FA8D-4708-A7FF-93F78C7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8EE2-DD30-4FCA-8CE8-5F2D92A8608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21F6C-D8E6-4550-A98C-6A86D2C71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50E3D-EF69-4A14-8C19-9F33EF2D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41B3-1108-4EA9-B357-2EA5B105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9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F5CF2D-A5A1-4840-BAA1-9FC2F7AE8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287D3-1153-403C-AE9F-77DCF132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06684-539F-4E7D-9775-294FE023A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8EE2-DD30-4FCA-8CE8-5F2D92A8608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D2EC3-11B6-46A5-812E-2C50076F0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6BA5A-1CA5-44EA-9529-62FFE2DB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41B3-1108-4EA9-B357-2EA5B105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0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6">
            <a:alpha val="1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716AA-ED85-4B41-A08D-DF18EB9BF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1F178-9454-4720-8EAD-A9A72945F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AF872-ACAD-4FB5-8427-90F5BA6AA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78EE2-DD30-4FCA-8CE8-5F2D92A86089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C4570-CE4C-4E54-89A8-E9AC4F304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02421-43E9-4F8E-9528-A4F277328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E41B3-1108-4EA9-B357-2EA5B105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8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Beginner’s Guide to Understanding Big Data Analytics">
            <a:extLst>
              <a:ext uri="{FF2B5EF4-FFF2-40B4-BE49-F238E27FC236}">
                <a16:creationId xmlns:a16="http://schemas.microsoft.com/office/drawing/2014/main" id="{141B971A-3AF7-4CD2-AAE9-20F411FF6F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  <a14:imgEffect>
                      <a14:brightnessContrast bright="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942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ue Adidas Wallpapers - Top Free Blue Adidas Backgrounds - WallpaperAccess">
            <a:extLst>
              <a:ext uri="{FF2B5EF4-FFF2-40B4-BE49-F238E27FC236}">
                <a16:creationId xmlns:a16="http://schemas.microsoft.com/office/drawing/2014/main" id="{199998A7-86EE-4A2A-88BF-BCE40140F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19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5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CEF4ED-45C8-44A2-85DA-2B6B92B1B94F}"/>
              </a:ext>
            </a:extLst>
          </p:cNvPr>
          <p:cNvSpPr txBox="1"/>
          <p:nvPr/>
        </p:nvSpPr>
        <p:spPr>
          <a:xfrm>
            <a:off x="213632" y="1009165"/>
            <a:ext cx="7460796" cy="255454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Adidas </a:t>
            </a:r>
          </a:p>
          <a:p>
            <a:pPr algn="ctr"/>
            <a:r>
              <a:rPr 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Sales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E22664-6236-44E5-B6E8-42B7160CE354}"/>
              </a:ext>
            </a:extLst>
          </p:cNvPr>
          <p:cNvSpPr txBox="1"/>
          <p:nvPr/>
        </p:nvSpPr>
        <p:spPr>
          <a:xfrm>
            <a:off x="2805792" y="3379044"/>
            <a:ext cx="198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Lamiye Miriyeva</a:t>
            </a:r>
          </a:p>
        </p:txBody>
      </p:sp>
    </p:spTree>
    <p:extLst>
      <p:ext uri="{BB962C8B-B14F-4D97-AF65-F5344CB8AC3E}">
        <p14:creationId xmlns:p14="http://schemas.microsoft.com/office/powerpoint/2010/main" val="2503247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8" descr="Blue Adidas Wallpapers - Top Free Blue Adidas Backgrounds - WallpaperAccess">
            <a:extLst>
              <a:ext uri="{FF2B5EF4-FFF2-40B4-BE49-F238E27FC236}">
                <a16:creationId xmlns:a16="http://schemas.microsoft.com/office/drawing/2014/main" id="{2B3628A1-6283-476A-B31E-BA00CC0B2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655A005-1969-41B0-923C-6D8BBC136FBB}"/>
              </a:ext>
            </a:extLst>
          </p:cNvPr>
          <p:cNvSpPr txBox="1"/>
          <p:nvPr/>
        </p:nvSpPr>
        <p:spPr>
          <a:xfrm>
            <a:off x="3452812" y="149944"/>
            <a:ext cx="52863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Aharoni" panose="02010803020104030203" pitchFamily="2" charset="-79"/>
                <a:cs typeface="Aharoni" panose="02010803020104030203" pitchFamily="2" charset="-79"/>
              </a:rPr>
              <a:t>CONTENT</a:t>
            </a:r>
            <a:endParaRPr 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7ED3AF9-EDC8-4FD4-B144-E86C6F910EEF}"/>
              </a:ext>
            </a:extLst>
          </p:cNvPr>
          <p:cNvSpPr/>
          <p:nvPr/>
        </p:nvSpPr>
        <p:spPr>
          <a:xfrm>
            <a:off x="1247775" y="1533525"/>
            <a:ext cx="1095375" cy="4591050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69E858-5544-42E1-96B8-4276B2E3708C}"/>
              </a:ext>
            </a:extLst>
          </p:cNvPr>
          <p:cNvSpPr txBox="1"/>
          <p:nvPr/>
        </p:nvSpPr>
        <p:spPr>
          <a:xfrm>
            <a:off x="1447800" y="1689719"/>
            <a:ext cx="69532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Condensed" panose="020B0502040204020203" pitchFamily="34" charset="0"/>
              </a:rPr>
              <a:t>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9F7F86-B7DD-42A0-B928-B6270B00E143}"/>
              </a:ext>
            </a:extLst>
          </p:cNvPr>
          <p:cNvSpPr txBox="1"/>
          <p:nvPr/>
        </p:nvSpPr>
        <p:spPr>
          <a:xfrm>
            <a:off x="1447801" y="2517617"/>
            <a:ext cx="69532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Condensed" panose="020B0502040204020203" pitchFamily="34" charset="0"/>
              </a:rPr>
              <a:t>02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19EF7A-6284-48E6-966C-70A8DC1BF505}"/>
              </a:ext>
            </a:extLst>
          </p:cNvPr>
          <p:cNvSpPr txBox="1"/>
          <p:nvPr/>
        </p:nvSpPr>
        <p:spPr>
          <a:xfrm>
            <a:off x="1447801" y="5001309"/>
            <a:ext cx="69532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Condensed" panose="020B0502040204020203" pitchFamily="34" charset="0"/>
              </a:rPr>
              <a:t>05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C0C8E4-28DC-4E52-8274-29EC8900AF9F}"/>
              </a:ext>
            </a:extLst>
          </p:cNvPr>
          <p:cNvSpPr txBox="1"/>
          <p:nvPr/>
        </p:nvSpPr>
        <p:spPr>
          <a:xfrm>
            <a:off x="1447801" y="4173413"/>
            <a:ext cx="69532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Condensed" panose="020B0502040204020203" pitchFamily="34" charset="0"/>
              </a:rPr>
              <a:t>04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26F3E2-321A-4896-BCC0-E3B5906926E5}"/>
              </a:ext>
            </a:extLst>
          </p:cNvPr>
          <p:cNvSpPr txBox="1"/>
          <p:nvPr/>
        </p:nvSpPr>
        <p:spPr>
          <a:xfrm>
            <a:off x="1447801" y="3345515"/>
            <a:ext cx="69532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 Condensed" panose="020B0502040204020203" pitchFamily="34" charset="0"/>
              </a:rPr>
              <a:t>03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79411D-AE41-4700-848B-9B8DE709A14D}"/>
              </a:ext>
            </a:extLst>
          </p:cNvPr>
          <p:cNvSpPr txBox="1"/>
          <p:nvPr/>
        </p:nvSpPr>
        <p:spPr>
          <a:xfrm>
            <a:off x="2505075" y="1649223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ucida Sans Typewriter" panose="020B0509030504030204" pitchFamily="49" charset="0"/>
              </a:rPr>
              <a:t>Introduction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1B9857-D998-4799-BB6F-1E6C5401E614}"/>
              </a:ext>
            </a:extLst>
          </p:cNvPr>
          <p:cNvSpPr txBox="1"/>
          <p:nvPr/>
        </p:nvSpPr>
        <p:spPr>
          <a:xfrm>
            <a:off x="2505075" y="2518022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ucida Sans Typewriter" panose="020B0509030504030204" pitchFamily="49" charset="0"/>
              </a:rPr>
              <a:t>Methodology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52C210-015A-4DC5-8895-9220AB5887F1}"/>
              </a:ext>
            </a:extLst>
          </p:cNvPr>
          <p:cNvSpPr txBox="1"/>
          <p:nvPr/>
        </p:nvSpPr>
        <p:spPr>
          <a:xfrm>
            <a:off x="2505074" y="3386820"/>
            <a:ext cx="5362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ucida Sans Typewriter" panose="020B0509030504030204" pitchFamily="49" charset="0"/>
              </a:rPr>
              <a:t>Analysis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E967A1-7DD3-4C44-B914-FD237EBFC972}"/>
              </a:ext>
            </a:extLst>
          </p:cNvPr>
          <p:cNvSpPr txBox="1"/>
          <p:nvPr/>
        </p:nvSpPr>
        <p:spPr>
          <a:xfrm>
            <a:off x="2505075" y="4255620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ucida Sans Typewriter" panose="020B0509030504030204" pitchFamily="49" charset="0"/>
              </a:rPr>
              <a:t>Conclusion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A1C9F2-1BA1-473C-9D34-23A29DC534A0}"/>
              </a:ext>
            </a:extLst>
          </p:cNvPr>
          <p:cNvSpPr txBox="1"/>
          <p:nvPr/>
        </p:nvSpPr>
        <p:spPr>
          <a:xfrm>
            <a:off x="2505075" y="5124420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ucida Sans Typewriter" panose="020B0509030504030204" pitchFamily="49" charset="0"/>
              </a:rPr>
              <a:t>Suggestion</a:t>
            </a:r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33C0D5DB-2E28-4DF1-9632-884B9F15F9A9}"/>
              </a:ext>
            </a:extLst>
          </p:cNvPr>
          <p:cNvSpPr/>
          <p:nvPr/>
        </p:nvSpPr>
        <p:spPr>
          <a:xfrm>
            <a:off x="2597510" y="5532703"/>
            <a:ext cx="5701583" cy="229873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41DA84DF-B612-4462-9B38-C9C80C3D61AB}"/>
              </a:ext>
            </a:extLst>
          </p:cNvPr>
          <p:cNvSpPr/>
          <p:nvPr/>
        </p:nvSpPr>
        <p:spPr>
          <a:xfrm>
            <a:off x="2597510" y="2049586"/>
            <a:ext cx="2714623" cy="178310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F7304279-2325-4417-ADB4-523796BADB2A}"/>
              </a:ext>
            </a:extLst>
          </p:cNvPr>
          <p:cNvSpPr/>
          <p:nvPr/>
        </p:nvSpPr>
        <p:spPr>
          <a:xfrm flipV="1">
            <a:off x="2597510" y="2920764"/>
            <a:ext cx="3412766" cy="208032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062F24B2-D088-404A-9445-8DE0B2F63D28}"/>
              </a:ext>
            </a:extLst>
          </p:cNvPr>
          <p:cNvSpPr/>
          <p:nvPr/>
        </p:nvSpPr>
        <p:spPr>
          <a:xfrm>
            <a:off x="2585168" y="3789293"/>
            <a:ext cx="3901357" cy="202553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0253BB48-A61F-4FD2-B66D-040D6C74DB70}"/>
              </a:ext>
            </a:extLst>
          </p:cNvPr>
          <p:cNvSpPr/>
          <p:nvPr/>
        </p:nvSpPr>
        <p:spPr>
          <a:xfrm>
            <a:off x="2585168" y="4659877"/>
            <a:ext cx="4838127" cy="235974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61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50" grpId="0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6">
            <a:alpha val="1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5365C915-6297-4131-9770-C56ACB2689D6}"/>
              </a:ext>
            </a:extLst>
          </p:cNvPr>
          <p:cNvSpPr txBox="1"/>
          <p:nvPr/>
        </p:nvSpPr>
        <p:spPr>
          <a:xfrm>
            <a:off x="3048000" y="196334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latin typeface="Aharoni" panose="02010803020104030203" pitchFamily="2" charset="-79"/>
                <a:cs typeface="Aharoni" panose="02010803020104030203" pitchFamily="2" charset="-79"/>
              </a:rPr>
              <a:t>INTRODUCTION</a:t>
            </a:r>
          </a:p>
        </p:txBody>
      </p:sp>
      <p:sp>
        <p:nvSpPr>
          <p:cNvPr id="4" name="AutoShape 2" descr="Introduction Icon at Vectorified.com | Collection of Introduction Icon ...">
            <a:extLst>
              <a:ext uri="{FF2B5EF4-FFF2-40B4-BE49-F238E27FC236}">
                <a16:creationId xmlns:a16="http://schemas.microsoft.com/office/drawing/2014/main" id="{61EA5C03-2FF3-4F20-A8E8-8CF3874B1F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2486025" y="1211997"/>
            <a:ext cx="38862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 descr="Presentation, conference, training, seminar, corporate meeting, meeting ...">
            <a:extLst>
              <a:ext uri="{FF2B5EF4-FFF2-40B4-BE49-F238E27FC236}">
                <a16:creationId xmlns:a16="http://schemas.microsoft.com/office/drawing/2014/main" id="{D11F3724-6B4A-4542-A467-6607E6057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997928"/>
            <a:ext cx="4125685" cy="3736122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D16311-6CD1-4E24-8F9E-268AB9FAA70A}"/>
              </a:ext>
            </a:extLst>
          </p:cNvPr>
          <p:cNvSpPr/>
          <p:nvPr/>
        </p:nvSpPr>
        <p:spPr>
          <a:xfrm rot="16200000">
            <a:off x="7542531" y="369571"/>
            <a:ext cx="2895600" cy="6403338"/>
          </a:xfrm>
          <a:prstGeom prst="round2SameRect">
            <a:avLst>
              <a:gd name="adj1" fmla="val 43740"/>
              <a:gd name="adj2" fmla="val 0"/>
            </a:avLst>
          </a:prstGeom>
          <a:solidFill>
            <a:srgbClr val="3366CC">
              <a:alpha val="25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4A2E8-D243-4D4C-9585-DC4E33566F6B}"/>
              </a:ext>
            </a:extLst>
          </p:cNvPr>
          <p:cNvSpPr txBox="1"/>
          <p:nvPr/>
        </p:nvSpPr>
        <p:spPr>
          <a:xfrm>
            <a:off x="6156960" y="2304653"/>
            <a:ext cx="5715000" cy="2248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Dataset 9,648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satış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əməliyyatından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ibarətdir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və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region, product, sales method, total sales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və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opareting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profit v</a:t>
            </a:r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ə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.s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kimi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əsas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göstəriciləri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əhatə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edir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n-US" sz="2000" b="1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: Top Corners Rounded 31">
            <a:extLst>
              <a:ext uri="{FF2B5EF4-FFF2-40B4-BE49-F238E27FC236}">
                <a16:creationId xmlns:a16="http://schemas.microsoft.com/office/drawing/2014/main" id="{9D329D99-EF3A-4990-84D7-35FA4D8579BF}"/>
              </a:ext>
            </a:extLst>
          </p:cNvPr>
          <p:cNvSpPr/>
          <p:nvPr/>
        </p:nvSpPr>
        <p:spPr>
          <a:xfrm rot="16200000">
            <a:off x="5513070" y="-2850565"/>
            <a:ext cx="939800" cy="710946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3366CC">
              <a:alpha val="8000"/>
            </a:srgb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0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0A4A48D-FD88-4435-8D6C-27E492B55F64}"/>
              </a:ext>
            </a:extLst>
          </p:cNvPr>
          <p:cNvSpPr txBox="1"/>
          <p:nvPr/>
        </p:nvSpPr>
        <p:spPr>
          <a:xfrm>
            <a:off x="2607129" y="316077"/>
            <a:ext cx="69777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sz="6000" dirty="0">
                <a:latin typeface="Aharoni" panose="02010803020104030203" pitchFamily="2" charset="-79"/>
                <a:cs typeface="Aharoni" panose="02010803020104030203" pitchFamily="2" charset="-79"/>
              </a:rPr>
              <a:t>METODOLOG</a:t>
            </a:r>
            <a:r>
              <a:rPr lang="en-US" sz="6000" dirty="0">
                <a:latin typeface="Aharoni" panose="02010803020104030203" pitchFamily="2" charset="-79"/>
                <a:cs typeface="Aharoni" panose="02010803020104030203" pitchFamily="2" charset="-79"/>
              </a:rPr>
              <a:t>I</a:t>
            </a:r>
            <a:r>
              <a:rPr lang="az-Latn-AZ" sz="6000" dirty="0">
                <a:latin typeface="Aharoni" panose="02010803020104030203" pitchFamily="2" charset="-79"/>
                <a:cs typeface="Aharoni" panose="02010803020104030203" pitchFamily="2" charset="-79"/>
              </a:rPr>
              <a:t>YA </a:t>
            </a:r>
            <a:endParaRPr lang="en-US" sz="60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C73FFE-5296-473C-9362-E018356C8887}"/>
              </a:ext>
            </a:extLst>
          </p:cNvPr>
          <p:cNvCxnSpPr>
            <a:cxnSpLocks/>
          </p:cNvCxnSpPr>
          <p:nvPr/>
        </p:nvCxnSpPr>
        <p:spPr>
          <a:xfrm>
            <a:off x="1747520" y="4538617"/>
            <a:ext cx="8554203" cy="0"/>
          </a:xfrm>
          <a:prstGeom prst="line">
            <a:avLst/>
          </a:prstGeom>
          <a:ln w="825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ardrop 43">
            <a:extLst>
              <a:ext uri="{FF2B5EF4-FFF2-40B4-BE49-F238E27FC236}">
                <a16:creationId xmlns:a16="http://schemas.microsoft.com/office/drawing/2014/main" id="{D7285569-84B6-4C6C-AF13-0B23968BD633}"/>
              </a:ext>
            </a:extLst>
          </p:cNvPr>
          <p:cNvSpPr/>
          <p:nvPr/>
        </p:nvSpPr>
        <p:spPr>
          <a:xfrm rot="7984336">
            <a:off x="1971256" y="2460085"/>
            <a:ext cx="1433420" cy="1399676"/>
          </a:xfrm>
          <a:prstGeom prst="teardrop">
            <a:avLst>
              <a:gd name="adj" fmla="val 129567"/>
            </a:avLst>
          </a:prstGeom>
          <a:solidFill>
            <a:schemeClr val="accent1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939F13-6840-464A-B4F6-902CFDF42B43}"/>
              </a:ext>
            </a:extLst>
          </p:cNvPr>
          <p:cNvSpPr txBox="1"/>
          <p:nvPr/>
        </p:nvSpPr>
        <p:spPr>
          <a:xfrm>
            <a:off x="2361394" y="2652092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7" name="Teardrop 46">
            <a:extLst>
              <a:ext uri="{FF2B5EF4-FFF2-40B4-BE49-F238E27FC236}">
                <a16:creationId xmlns:a16="http://schemas.microsoft.com/office/drawing/2014/main" id="{694B8356-F427-4FE5-A375-33364328C0C7}"/>
              </a:ext>
            </a:extLst>
          </p:cNvPr>
          <p:cNvSpPr/>
          <p:nvPr/>
        </p:nvSpPr>
        <p:spPr>
          <a:xfrm rot="7984336">
            <a:off x="4175614" y="2460085"/>
            <a:ext cx="1433420" cy="1399676"/>
          </a:xfrm>
          <a:prstGeom prst="teardrop">
            <a:avLst>
              <a:gd name="adj" fmla="val 129567"/>
            </a:avLst>
          </a:prstGeom>
          <a:solidFill>
            <a:schemeClr val="accent1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4992EE-9293-4D5A-8E28-B7DBA4F2A95A}"/>
              </a:ext>
            </a:extLst>
          </p:cNvPr>
          <p:cNvSpPr txBox="1"/>
          <p:nvPr/>
        </p:nvSpPr>
        <p:spPr>
          <a:xfrm>
            <a:off x="4565752" y="2652092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9" name="Teardrop 48">
            <a:extLst>
              <a:ext uri="{FF2B5EF4-FFF2-40B4-BE49-F238E27FC236}">
                <a16:creationId xmlns:a16="http://schemas.microsoft.com/office/drawing/2014/main" id="{07CE5B2E-3252-463A-ADB5-1123D40FBE95}"/>
              </a:ext>
            </a:extLst>
          </p:cNvPr>
          <p:cNvSpPr/>
          <p:nvPr/>
        </p:nvSpPr>
        <p:spPr>
          <a:xfrm rot="7984336">
            <a:off x="6379972" y="2460085"/>
            <a:ext cx="1433420" cy="1399676"/>
          </a:xfrm>
          <a:prstGeom prst="teardrop">
            <a:avLst>
              <a:gd name="adj" fmla="val 129567"/>
            </a:avLst>
          </a:prstGeom>
          <a:solidFill>
            <a:schemeClr val="accent1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330238-1284-4CF2-A8E2-AB0A17C4E964}"/>
              </a:ext>
            </a:extLst>
          </p:cNvPr>
          <p:cNvSpPr txBox="1"/>
          <p:nvPr/>
        </p:nvSpPr>
        <p:spPr>
          <a:xfrm>
            <a:off x="6770110" y="2652092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eardrop 50">
            <a:extLst>
              <a:ext uri="{FF2B5EF4-FFF2-40B4-BE49-F238E27FC236}">
                <a16:creationId xmlns:a16="http://schemas.microsoft.com/office/drawing/2014/main" id="{74EC0CB0-4F8E-4940-B445-E7D83C142156}"/>
              </a:ext>
            </a:extLst>
          </p:cNvPr>
          <p:cNvSpPr/>
          <p:nvPr/>
        </p:nvSpPr>
        <p:spPr>
          <a:xfrm rot="7984336">
            <a:off x="8584330" y="2460085"/>
            <a:ext cx="1433420" cy="1399676"/>
          </a:xfrm>
          <a:prstGeom prst="teardrop">
            <a:avLst>
              <a:gd name="adj" fmla="val 129567"/>
            </a:avLst>
          </a:prstGeom>
          <a:solidFill>
            <a:schemeClr val="accent1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E224F0-3B2F-4858-9C47-6AEFD48DE4A8}"/>
              </a:ext>
            </a:extLst>
          </p:cNvPr>
          <p:cNvSpPr txBox="1"/>
          <p:nvPr/>
        </p:nvSpPr>
        <p:spPr>
          <a:xfrm>
            <a:off x="8974468" y="2652092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B5C525C3-72E9-47C3-8703-04DE081FB88B}"/>
              </a:ext>
            </a:extLst>
          </p:cNvPr>
          <p:cNvSpPr/>
          <p:nvPr/>
        </p:nvSpPr>
        <p:spPr>
          <a:xfrm>
            <a:off x="2518419" y="4368506"/>
            <a:ext cx="386445" cy="38972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B9B68E7C-85E6-4C00-9E58-E4D74A2502B1}"/>
              </a:ext>
            </a:extLst>
          </p:cNvPr>
          <p:cNvSpPr/>
          <p:nvPr/>
        </p:nvSpPr>
        <p:spPr>
          <a:xfrm>
            <a:off x="6947001" y="4368506"/>
            <a:ext cx="386445" cy="38972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C1F80DD4-8716-4A87-A056-8E4E7CB6499F}"/>
              </a:ext>
            </a:extLst>
          </p:cNvPr>
          <p:cNvSpPr/>
          <p:nvPr/>
        </p:nvSpPr>
        <p:spPr>
          <a:xfrm>
            <a:off x="4699100" y="4388404"/>
            <a:ext cx="386445" cy="38972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3150B398-E84A-45F5-8FB1-97E26CB294F5}"/>
              </a:ext>
            </a:extLst>
          </p:cNvPr>
          <p:cNvSpPr/>
          <p:nvPr/>
        </p:nvSpPr>
        <p:spPr>
          <a:xfrm>
            <a:off x="9127682" y="4368506"/>
            <a:ext cx="386445" cy="389728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B786EB5-BBD0-4023-8377-D12C9748546A}"/>
              </a:ext>
            </a:extLst>
          </p:cNvPr>
          <p:cNvSpPr txBox="1"/>
          <p:nvPr/>
        </p:nvSpPr>
        <p:spPr>
          <a:xfrm>
            <a:off x="2311954" y="4781064"/>
            <a:ext cx="890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Excel</a:t>
            </a:r>
            <a:endParaRPr lang="en-US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496270-DB6F-439C-83B6-492AB9FFA02E}"/>
              </a:ext>
            </a:extLst>
          </p:cNvPr>
          <p:cNvSpPr txBox="1"/>
          <p:nvPr/>
        </p:nvSpPr>
        <p:spPr>
          <a:xfrm>
            <a:off x="4285263" y="4801397"/>
            <a:ext cx="16790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Python: Data Preprocessing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5F8A74-138F-441B-AA9E-8E0E78671751}"/>
              </a:ext>
            </a:extLst>
          </p:cNvPr>
          <p:cNvSpPr txBox="1"/>
          <p:nvPr/>
        </p:nvSpPr>
        <p:spPr>
          <a:xfrm>
            <a:off x="6300720" y="4801720"/>
            <a:ext cx="1679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Python: EDA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AC2F98-3846-45DD-9D7C-68D024178130}"/>
              </a:ext>
            </a:extLst>
          </p:cNvPr>
          <p:cNvSpPr txBox="1"/>
          <p:nvPr/>
        </p:nvSpPr>
        <p:spPr>
          <a:xfrm>
            <a:off x="8159494" y="4801397"/>
            <a:ext cx="2322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ym typeface="DM Sans Bold"/>
              </a:rPr>
              <a:t>Data Visualization Power BI</a:t>
            </a:r>
          </a:p>
        </p:txBody>
      </p:sp>
      <p:sp>
        <p:nvSpPr>
          <p:cNvPr id="71" name="Rectangle: Top Corners Rounded 70">
            <a:extLst>
              <a:ext uri="{FF2B5EF4-FFF2-40B4-BE49-F238E27FC236}">
                <a16:creationId xmlns:a16="http://schemas.microsoft.com/office/drawing/2014/main" id="{8F5D8083-F087-4600-92DF-FE09BDF9D2E0}"/>
              </a:ext>
            </a:extLst>
          </p:cNvPr>
          <p:cNvSpPr/>
          <p:nvPr/>
        </p:nvSpPr>
        <p:spPr>
          <a:xfrm rot="16200000">
            <a:off x="5168914" y="-2664963"/>
            <a:ext cx="939800" cy="6977739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3366CC">
              <a:alpha val="8000"/>
            </a:srgb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75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397B0E92-F749-4805-A6C0-7D2F486978E4}"/>
              </a:ext>
            </a:extLst>
          </p:cNvPr>
          <p:cNvSpPr/>
          <p:nvPr/>
        </p:nvSpPr>
        <p:spPr>
          <a:xfrm rot="16200000">
            <a:off x="3208470" y="-2825150"/>
            <a:ext cx="939800" cy="7356739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3366CC">
              <a:alpha val="8000"/>
            </a:srgbClr>
          </a:solidFill>
          <a:ln>
            <a:noFill/>
          </a:ln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6425C3C8-DA69-4BF9-BA2A-CBC3BAF76A2D}"/>
              </a:ext>
            </a:extLst>
          </p:cNvPr>
          <p:cNvSpPr/>
          <p:nvPr/>
        </p:nvSpPr>
        <p:spPr>
          <a:xfrm rot="16200000" flipV="1">
            <a:off x="1043867" y="757805"/>
            <a:ext cx="3608219" cy="5695950"/>
          </a:xfrm>
          <a:prstGeom prst="round2SameRect">
            <a:avLst>
              <a:gd name="adj1" fmla="val 43740"/>
              <a:gd name="adj2" fmla="val 0"/>
            </a:avLst>
          </a:prstGeom>
          <a:solidFill>
            <a:srgbClr val="3366CC">
              <a:alpha val="25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A4A48D-FD88-4435-8D6C-27E492B55F64}"/>
              </a:ext>
            </a:extLst>
          </p:cNvPr>
          <p:cNvSpPr txBox="1"/>
          <p:nvPr/>
        </p:nvSpPr>
        <p:spPr>
          <a:xfrm>
            <a:off x="668565" y="380067"/>
            <a:ext cx="7611835" cy="923330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r>
              <a:rPr lang="az-Latn-AZ" sz="5400" dirty="0">
                <a:latin typeface="Aharoni" panose="02010803020104030203" pitchFamily="2" charset="-79"/>
                <a:cs typeface="Aharoni" panose="02010803020104030203" pitchFamily="2" charset="-79"/>
              </a:rPr>
              <a:t>Data Preprocessing </a:t>
            </a:r>
            <a:endParaRPr lang="en-US" sz="5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9D5D058-F1A2-4B8A-A20B-8EDD869F7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417" y="1642201"/>
            <a:ext cx="4768691" cy="3927158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AE4FE3C-B6DE-4FD8-AD52-3C1FA74B08F4}"/>
              </a:ext>
            </a:extLst>
          </p:cNvPr>
          <p:cNvSpPr txBox="1"/>
          <p:nvPr/>
        </p:nvSpPr>
        <p:spPr>
          <a:xfrm>
            <a:off x="168685" y="2126277"/>
            <a:ext cx="609600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Data</a:t>
            </a:r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nın təmizlənməsi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Sütunların düzgün formata çevrilməsi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Outlier-lərin yoxlanılması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Data-nın ümumi struktrunun standartlaşdırılması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505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D91238C4-DA99-430B-8C97-8CD71D57587E}"/>
              </a:ext>
            </a:extLst>
          </p:cNvPr>
          <p:cNvSpPr/>
          <p:nvPr/>
        </p:nvSpPr>
        <p:spPr>
          <a:xfrm rot="16200000">
            <a:off x="2106109" y="-1830993"/>
            <a:ext cx="939800" cy="515202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3366CC">
              <a:alpha val="8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4035E69D-CA43-4BC0-B149-BEFA8546E670}"/>
              </a:ext>
            </a:extLst>
          </p:cNvPr>
          <p:cNvSpPr/>
          <p:nvPr/>
        </p:nvSpPr>
        <p:spPr>
          <a:xfrm rot="16200000">
            <a:off x="9479779" y="-82052"/>
            <a:ext cx="939800" cy="44846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66CC">
              <a:alpha val="25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04CE894A-9E30-47D7-9118-8210A6BB4565}"/>
              </a:ext>
            </a:extLst>
          </p:cNvPr>
          <p:cNvSpPr/>
          <p:nvPr/>
        </p:nvSpPr>
        <p:spPr>
          <a:xfrm rot="16200000">
            <a:off x="9291820" y="780445"/>
            <a:ext cx="939800" cy="486056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66CC">
              <a:alpha val="25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B821BF45-0725-4535-8A4A-DAFC0C2E1647}"/>
              </a:ext>
            </a:extLst>
          </p:cNvPr>
          <p:cNvSpPr/>
          <p:nvPr/>
        </p:nvSpPr>
        <p:spPr>
          <a:xfrm rot="16200000">
            <a:off x="9065964" y="1598183"/>
            <a:ext cx="939800" cy="531227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66CC">
              <a:alpha val="25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87F2E1-3749-428E-B23B-1D9EA92E1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70" y="4249258"/>
            <a:ext cx="2680204" cy="2333626"/>
          </a:xfrm>
          <a:prstGeom prst="roundRect">
            <a:avLst>
              <a:gd name="adj" fmla="val 360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A4A48D-FD88-4435-8D6C-27E492B55F64}"/>
              </a:ext>
            </a:extLst>
          </p:cNvPr>
          <p:cNvSpPr txBox="1"/>
          <p:nvPr/>
        </p:nvSpPr>
        <p:spPr>
          <a:xfrm>
            <a:off x="506005" y="275116"/>
            <a:ext cx="5518875" cy="923330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31750"/>
          </a:effectLst>
        </p:spPr>
        <p:txBody>
          <a:bodyPr wrap="square">
            <a:spAutoFit/>
          </a:bodyPr>
          <a:lstStyle/>
          <a:p>
            <a:r>
              <a:rPr lang="az-Latn-AZ" sz="5400" dirty="0">
                <a:latin typeface="Aharoni" panose="02010803020104030203" pitchFamily="2" charset="-79"/>
                <a:cs typeface="Aharoni" panose="02010803020104030203" pitchFamily="2" charset="-79"/>
              </a:rPr>
              <a:t>Python</a:t>
            </a:r>
            <a:r>
              <a:rPr lang="en-US" sz="5400" dirty="0">
                <a:latin typeface="Aharoni" panose="02010803020104030203" pitchFamily="2" charset="-79"/>
                <a:cs typeface="Aharoni" panose="02010803020104030203" pitchFamily="2" charset="-79"/>
              </a:rPr>
              <a:t>: </a:t>
            </a:r>
            <a:r>
              <a:rPr lang="az-Latn-AZ" sz="5400" dirty="0">
                <a:latin typeface="Aharoni" panose="02010803020104030203" pitchFamily="2" charset="-79"/>
                <a:cs typeface="Aharoni" panose="02010803020104030203" pitchFamily="2" charset="-79"/>
              </a:rPr>
              <a:t>EDA</a:t>
            </a:r>
            <a:endParaRPr lang="en-US" sz="5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214A0D-B790-40B1-9B6E-A920A34CE9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91"/>
          <a:stretch/>
        </p:blipFill>
        <p:spPr>
          <a:xfrm>
            <a:off x="906670" y="1422400"/>
            <a:ext cx="4975969" cy="2483518"/>
          </a:xfrm>
          <a:prstGeom prst="roundRect">
            <a:avLst>
              <a:gd name="adj" fmla="val 360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B63A80-35E4-4955-B60D-E5DC9091D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976" y="4249259"/>
            <a:ext cx="2152650" cy="2333625"/>
          </a:xfrm>
          <a:prstGeom prst="roundRect">
            <a:avLst>
              <a:gd name="adj" fmla="val 360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56BC75-234B-4E98-BD80-2443EFA56CBA}"/>
              </a:ext>
            </a:extLst>
          </p:cNvPr>
          <p:cNvSpPr txBox="1"/>
          <p:nvPr/>
        </p:nvSpPr>
        <p:spPr>
          <a:xfrm>
            <a:off x="7331437" y="4027415"/>
            <a:ext cx="3616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R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egionlar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ü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zr</a:t>
            </a:r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ə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ü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mumi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sat</a:t>
            </a:r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ış</a:t>
            </a:r>
          </a:p>
          <a:p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71C74F-6AB4-4D49-9422-AA7AEC7DCCF9}"/>
              </a:ext>
            </a:extLst>
          </p:cNvPr>
          <p:cNvSpPr txBox="1"/>
          <p:nvPr/>
        </p:nvSpPr>
        <p:spPr>
          <a:xfrm>
            <a:off x="7934960" y="1761228"/>
            <a:ext cx="361696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Regionlar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ü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zr</a:t>
            </a:r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ə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mənfəət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22253F-9F28-483A-9EA9-D504CC528072}"/>
              </a:ext>
            </a:extLst>
          </p:cNvPr>
          <p:cNvSpPr txBox="1"/>
          <p:nvPr/>
        </p:nvSpPr>
        <p:spPr>
          <a:xfrm>
            <a:off x="7734575" y="2932314"/>
            <a:ext cx="4054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Ən çox satılan məhsul</a:t>
            </a:r>
          </a:p>
          <a:p>
            <a:endParaRPr lang="en-US" sz="1600" dirty="0"/>
          </a:p>
        </p:txBody>
      </p:sp>
      <p:pic>
        <p:nvPicPr>
          <p:cNvPr id="12" name="Graphic 11" descr="Money with solid fill">
            <a:extLst>
              <a:ext uri="{FF2B5EF4-FFF2-40B4-BE49-F238E27FC236}">
                <a16:creationId xmlns:a16="http://schemas.microsoft.com/office/drawing/2014/main" id="{D61D9238-0A23-4E30-B27B-8BDBF6E717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5937" y="1697235"/>
            <a:ext cx="791965" cy="791965"/>
          </a:xfrm>
          <a:prstGeom prst="rect">
            <a:avLst/>
          </a:prstGeom>
        </p:spPr>
      </p:pic>
      <p:pic>
        <p:nvPicPr>
          <p:cNvPr id="16" name="Graphic 15" descr="Coins with solid fill">
            <a:extLst>
              <a:ext uri="{FF2B5EF4-FFF2-40B4-BE49-F238E27FC236}">
                <a16:creationId xmlns:a16="http://schemas.microsoft.com/office/drawing/2014/main" id="{D7C41038-C12E-4C19-8712-4BCC56AFB5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55937" y="3871682"/>
            <a:ext cx="755154" cy="7551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087C8D1-306F-424E-8D21-F42334C547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388136" flipH="1">
            <a:off x="10831767" y="2774737"/>
            <a:ext cx="1104488" cy="9525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4D8A3B9-32FA-46AC-B6EE-7CDC25D77BD0}"/>
              </a:ext>
            </a:extLst>
          </p:cNvPr>
          <p:cNvGrpSpPr/>
          <p:nvPr/>
        </p:nvGrpSpPr>
        <p:grpSpPr>
          <a:xfrm>
            <a:off x="10078612" y="-222844"/>
            <a:ext cx="2434386" cy="1994219"/>
            <a:chOff x="10078612" y="-222844"/>
            <a:chExt cx="2434386" cy="1994219"/>
          </a:xfrm>
        </p:grpSpPr>
        <p:pic>
          <p:nvPicPr>
            <p:cNvPr id="33" name="Graphic 32" descr="Braille with solid fill">
              <a:extLst>
                <a:ext uri="{FF2B5EF4-FFF2-40B4-BE49-F238E27FC236}">
                  <a16:creationId xmlns:a16="http://schemas.microsoft.com/office/drawing/2014/main" id="{FEA3C31A-5991-47FB-A55D-D09C44F51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61547" y="-222844"/>
              <a:ext cx="1015647" cy="1130192"/>
            </a:xfrm>
            <a:prstGeom prst="rect">
              <a:avLst/>
            </a:prstGeom>
          </p:spPr>
        </p:pic>
        <p:pic>
          <p:nvPicPr>
            <p:cNvPr id="40" name="Graphic 39" descr="Braille with solid fill">
              <a:extLst>
                <a:ext uri="{FF2B5EF4-FFF2-40B4-BE49-F238E27FC236}">
                  <a16:creationId xmlns:a16="http://schemas.microsoft.com/office/drawing/2014/main" id="{44A98249-45C4-4894-8824-68085FFBE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5400000">
              <a:off x="11440078" y="698456"/>
              <a:ext cx="1015647" cy="1130192"/>
            </a:xfrm>
            <a:prstGeom prst="rect">
              <a:avLst/>
            </a:prstGeom>
          </p:spPr>
        </p:pic>
        <p:pic>
          <p:nvPicPr>
            <p:cNvPr id="41" name="Graphic 40" descr="Braille with solid fill">
              <a:extLst>
                <a:ext uri="{FF2B5EF4-FFF2-40B4-BE49-F238E27FC236}">
                  <a16:creationId xmlns:a16="http://schemas.microsoft.com/office/drawing/2014/main" id="{D5EDFE98-5C6E-4E7F-A715-B2C1B0A3D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6200000">
              <a:off x="11440077" y="-129623"/>
              <a:ext cx="1015647" cy="1130192"/>
            </a:xfrm>
            <a:prstGeom prst="rect">
              <a:avLst/>
            </a:prstGeom>
          </p:spPr>
        </p:pic>
        <p:pic>
          <p:nvPicPr>
            <p:cNvPr id="47" name="Graphic 46" descr="Braille with solid fill">
              <a:extLst>
                <a:ext uri="{FF2B5EF4-FFF2-40B4-BE49-F238E27FC236}">
                  <a16:creationId xmlns:a16="http://schemas.microsoft.com/office/drawing/2014/main" id="{DF95FFA5-EF5B-489D-A797-25DB46856A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t="60613"/>
            <a:stretch/>
          </p:blipFill>
          <p:spPr>
            <a:xfrm>
              <a:off x="10078612" y="0"/>
              <a:ext cx="993563" cy="435473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39821A9-C5FE-4063-B6CB-C6F9C574F4E5}"/>
              </a:ext>
            </a:extLst>
          </p:cNvPr>
          <p:cNvGrpSpPr/>
          <p:nvPr/>
        </p:nvGrpSpPr>
        <p:grpSpPr>
          <a:xfrm flipV="1">
            <a:off x="10052177" y="4626835"/>
            <a:ext cx="2434386" cy="2444523"/>
            <a:chOff x="9981137" y="4956571"/>
            <a:chExt cx="2434386" cy="1994219"/>
          </a:xfrm>
        </p:grpSpPr>
        <p:pic>
          <p:nvPicPr>
            <p:cNvPr id="48" name="Graphic 47" descr="Braille with solid fill">
              <a:extLst>
                <a:ext uri="{FF2B5EF4-FFF2-40B4-BE49-F238E27FC236}">
                  <a16:creationId xmlns:a16="http://schemas.microsoft.com/office/drawing/2014/main" id="{29C72A29-D60B-45C8-813B-8410EA8FB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4072" y="4956571"/>
              <a:ext cx="1015647" cy="1130192"/>
            </a:xfrm>
            <a:prstGeom prst="rect">
              <a:avLst/>
            </a:prstGeom>
          </p:spPr>
        </p:pic>
        <p:pic>
          <p:nvPicPr>
            <p:cNvPr id="49" name="Graphic 48" descr="Braille with solid fill">
              <a:extLst>
                <a:ext uri="{FF2B5EF4-FFF2-40B4-BE49-F238E27FC236}">
                  <a16:creationId xmlns:a16="http://schemas.microsoft.com/office/drawing/2014/main" id="{5E7FC54B-F397-4510-80A3-A3F6BE957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5400000">
              <a:off x="11342603" y="5877871"/>
              <a:ext cx="1015647" cy="1130192"/>
            </a:xfrm>
            <a:prstGeom prst="rect">
              <a:avLst/>
            </a:prstGeom>
          </p:spPr>
        </p:pic>
        <p:pic>
          <p:nvPicPr>
            <p:cNvPr id="50" name="Graphic 49" descr="Braille with solid fill">
              <a:extLst>
                <a:ext uri="{FF2B5EF4-FFF2-40B4-BE49-F238E27FC236}">
                  <a16:creationId xmlns:a16="http://schemas.microsoft.com/office/drawing/2014/main" id="{D5FCEC00-B430-425E-9B8C-D0919E90A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6200000">
              <a:off x="11342602" y="5049792"/>
              <a:ext cx="1015647" cy="1130192"/>
            </a:xfrm>
            <a:prstGeom prst="rect">
              <a:avLst/>
            </a:prstGeom>
          </p:spPr>
        </p:pic>
        <p:pic>
          <p:nvPicPr>
            <p:cNvPr id="51" name="Graphic 50" descr="Braille with solid fill">
              <a:extLst>
                <a:ext uri="{FF2B5EF4-FFF2-40B4-BE49-F238E27FC236}">
                  <a16:creationId xmlns:a16="http://schemas.microsoft.com/office/drawing/2014/main" id="{906F2E29-6A30-44C8-B48C-D69DEDF413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t="60613"/>
            <a:stretch/>
          </p:blipFill>
          <p:spPr>
            <a:xfrm>
              <a:off x="9981137" y="5179415"/>
              <a:ext cx="993563" cy="4354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7189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18" grpId="0" animBg="1"/>
      <p:bldP spid="7" grpId="0"/>
      <p:bldP spid="15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2401C61D-F4FB-4E0F-8F9D-16774A9E7B87}"/>
              </a:ext>
            </a:extLst>
          </p:cNvPr>
          <p:cNvGrpSpPr/>
          <p:nvPr/>
        </p:nvGrpSpPr>
        <p:grpSpPr>
          <a:xfrm>
            <a:off x="-1" y="1709211"/>
            <a:ext cx="5695952" cy="3608220"/>
            <a:chOff x="-1" y="1709211"/>
            <a:chExt cx="5695952" cy="3608220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5D3860BF-75DB-4A6A-AFA3-39A0F4909438}"/>
                </a:ext>
              </a:extLst>
            </p:cNvPr>
            <p:cNvSpPr/>
            <p:nvPr/>
          </p:nvSpPr>
          <p:spPr>
            <a:xfrm rot="16200000" flipV="1">
              <a:off x="1043866" y="665346"/>
              <a:ext cx="3608219" cy="5695950"/>
            </a:xfrm>
            <a:prstGeom prst="round2SameRect">
              <a:avLst>
                <a:gd name="adj1" fmla="val 43740"/>
                <a:gd name="adj2" fmla="val 0"/>
              </a:avLst>
            </a:prstGeom>
            <a:solidFill>
              <a:srgbClr val="3366CC">
                <a:alpha val="25000"/>
              </a:srgbClr>
            </a:solidFill>
            <a:ln>
              <a:noFill/>
            </a:ln>
            <a:effectLst>
              <a:reflection blurRad="6350" stA="50000" endA="300" endPos="90000" dist="508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814DD2E-BD23-4884-A060-0E31A7846A6B}"/>
                </a:ext>
              </a:extLst>
            </p:cNvPr>
            <p:cNvGrpSpPr/>
            <p:nvPr/>
          </p:nvGrpSpPr>
          <p:grpSpPr>
            <a:xfrm>
              <a:off x="-1" y="1709211"/>
              <a:ext cx="3137649" cy="3608220"/>
              <a:chOff x="-1" y="1709211"/>
              <a:chExt cx="3137649" cy="3608220"/>
            </a:xfrm>
          </p:grpSpPr>
          <p:sp>
            <p:nvSpPr>
              <p:cNvPr id="7" name="Half Frame 6">
                <a:extLst>
                  <a:ext uri="{FF2B5EF4-FFF2-40B4-BE49-F238E27FC236}">
                    <a16:creationId xmlns:a16="http://schemas.microsoft.com/office/drawing/2014/main" id="{D6F80A84-B455-4181-9CED-4502EFEDBB74}"/>
                  </a:ext>
                </a:extLst>
              </p:cNvPr>
              <p:cNvSpPr/>
              <p:nvPr/>
            </p:nvSpPr>
            <p:spPr>
              <a:xfrm>
                <a:off x="-1" y="1709211"/>
                <a:ext cx="3137648" cy="1831848"/>
              </a:xfrm>
              <a:prstGeom prst="halfFrame">
                <a:avLst>
                  <a:gd name="adj1" fmla="val 4533"/>
                  <a:gd name="adj2" fmla="val 4984"/>
                </a:avLst>
              </a:prstGeom>
              <a:solidFill>
                <a:schemeClr val="dk2">
                  <a:alpha val="63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1001">
                <a:schemeClr val="dk2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Half Frame 8">
                <a:extLst>
                  <a:ext uri="{FF2B5EF4-FFF2-40B4-BE49-F238E27FC236}">
                    <a16:creationId xmlns:a16="http://schemas.microsoft.com/office/drawing/2014/main" id="{BC12252E-4303-4D7B-AE88-48F3CEA0CD49}"/>
                  </a:ext>
                </a:extLst>
              </p:cNvPr>
              <p:cNvSpPr/>
              <p:nvPr/>
            </p:nvSpPr>
            <p:spPr>
              <a:xfrm flipV="1">
                <a:off x="0" y="3299012"/>
                <a:ext cx="3137648" cy="2018419"/>
              </a:xfrm>
              <a:prstGeom prst="halfFrame">
                <a:avLst>
                  <a:gd name="adj1" fmla="val 3344"/>
                  <a:gd name="adj2" fmla="val 4593"/>
                </a:avLst>
              </a:prstGeom>
              <a:solidFill>
                <a:schemeClr val="dk2">
                  <a:alpha val="63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1001">
                <a:schemeClr val="dk2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2EE1C98-4481-4100-8664-B47C3DF3B947}"/>
              </a:ext>
            </a:extLst>
          </p:cNvPr>
          <p:cNvGrpSpPr/>
          <p:nvPr/>
        </p:nvGrpSpPr>
        <p:grpSpPr>
          <a:xfrm>
            <a:off x="10052177" y="-222844"/>
            <a:ext cx="2460821" cy="7294202"/>
            <a:chOff x="10052177" y="-222844"/>
            <a:chExt cx="2460821" cy="72942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9245FE0-ED80-4569-9320-D6D74AC5E56E}"/>
                </a:ext>
              </a:extLst>
            </p:cNvPr>
            <p:cNvGrpSpPr/>
            <p:nvPr/>
          </p:nvGrpSpPr>
          <p:grpSpPr>
            <a:xfrm>
              <a:off x="10078612" y="-222844"/>
              <a:ext cx="2434386" cy="1994219"/>
              <a:chOff x="10078612" y="-222844"/>
              <a:chExt cx="2434386" cy="1994219"/>
            </a:xfrm>
          </p:grpSpPr>
          <p:pic>
            <p:nvPicPr>
              <p:cNvPr id="16" name="Graphic 15" descr="Braille with solid fill">
                <a:extLst>
                  <a:ext uri="{FF2B5EF4-FFF2-40B4-BE49-F238E27FC236}">
                    <a16:creationId xmlns:a16="http://schemas.microsoft.com/office/drawing/2014/main" id="{2E573103-FC24-48EA-B8B0-AC611CA29F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761547" y="-222844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17" name="Graphic 16" descr="Braille with solid fill">
                <a:extLst>
                  <a:ext uri="{FF2B5EF4-FFF2-40B4-BE49-F238E27FC236}">
                    <a16:creationId xmlns:a16="http://schemas.microsoft.com/office/drawing/2014/main" id="{6A115223-0116-4A1B-B429-4039926500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11440078" y="698456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18" name="Graphic 17" descr="Braille with solid fill">
                <a:extLst>
                  <a:ext uri="{FF2B5EF4-FFF2-40B4-BE49-F238E27FC236}">
                    <a16:creationId xmlns:a16="http://schemas.microsoft.com/office/drawing/2014/main" id="{792A9E53-1CEF-498F-8836-79BC134FE4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6200000">
                <a:off x="11440077" y="-129623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19" name="Graphic 18" descr="Braille with solid fill">
                <a:extLst>
                  <a:ext uri="{FF2B5EF4-FFF2-40B4-BE49-F238E27FC236}">
                    <a16:creationId xmlns:a16="http://schemas.microsoft.com/office/drawing/2014/main" id="{FB70A195-FD27-498E-9158-4266F50988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60613"/>
              <a:stretch/>
            </p:blipFill>
            <p:spPr>
              <a:xfrm>
                <a:off x="10078612" y="0"/>
                <a:ext cx="993563" cy="435473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D78E6D7-CD3C-4B41-918D-58F2241F61CC}"/>
                </a:ext>
              </a:extLst>
            </p:cNvPr>
            <p:cNvGrpSpPr/>
            <p:nvPr/>
          </p:nvGrpSpPr>
          <p:grpSpPr>
            <a:xfrm flipV="1">
              <a:off x="10052177" y="4626835"/>
              <a:ext cx="2434386" cy="2444523"/>
              <a:chOff x="9981137" y="4956571"/>
              <a:chExt cx="2434386" cy="1994219"/>
            </a:xfrm>
          </p:grpSpPr>
          <p:pic>
            <p:nvPicPr>
              <p:cNvPr id="26" name="Graphic 25" descr="Braille with solid fill">
                <a:extLst>
                  <a:ext uri="{FF2B5EF4-FFF2-40B4-BE49-F238E27FC236}">
                    <a16:creationId xmlns:a16="http://schemas.microsoft.com/office/drawing/2014/main" id="{DC80008F-8B17-4A24-98D8-5E44D9D81C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664072" y="4956571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7" name="Graphic 26" descr="Braille with solid fill">
                <a:extLst>
                  <a:ext uri="{FF2B5EF4-FFF2-40B4-BE49-F238E27FC236}">
                    <a16:creationId xmlns:a16="http://schemas.microsoft.com/office/drawing/2014/main" id="{EE2705E4-52DF-4F4C-B1FE-B6F3A9B849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11342603" y="5877871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8" name="Graphic 27" descr="Braille with solid fill">
                <a:extLst>
                  <a:ext uri="{FF2B5EF4-FFF2-40B4-BE49-F238E27FC236}">
                    <a16:creationId xmlns:a16="http://schemas.microsoft.com/office/drawing/2014/main" id="{E8150C4F-2670-4D09-8757-ECDF25BE03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6200000">
                <a:off x="11342602" y="5049792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9" name="Graphic 28" descr="Braille with solid fill">
                <a:extLst>
                  <a:ext uri="{FF2B5EF4-FFF2-40B4-BE49-F238E27FC236}">
                    <a16:creationId xmlns:a16="http://schemas.microsoft.com/office/drawing/2014/main" id="{B2101600-6C97-45FA-8AC2-4157BB0AA8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60613"/>
              <a:stretch/>
            </p:blipFill>
            <p:spPr>
              <a:xfrm>
                <a:off x="9981137" y="5179415"/>
                <a:ext cx="993563" cy="435473"/>
              </a:xfrm>
              <a:prstGeom prst="rect">
                <a:avLst/>
              </a:prstGeom>
            </p:spPr>
          </p:pic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9CA0A33-DA9E-4D0E-B1AB-27C974A20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636" y="1263552"/>
            <a:ext cx="5531223" cy="405387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3175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A77E2D-D6A1-4E1F-8A3B-9604CED08CE2}"/>
              </a:ext>
            </a:extLst>
          </p:cNvPr>
          <p:cNvSpPr txBox="1"/>
          <p:nvPr/>
        </p:nvSpPr>
        <p:spPr>
          <a:xfrm>
            <a:off x="209970" y="1931889"/>
            <a:ext cx="527601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1. Total Sales – Operating Profit (0.94)</a:t>
            </a:r>
          </a:p>
          <a:p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Çox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yüksək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müsbət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korelasiya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2. Total Sales – Units Sold (0.92)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Yüksək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korelasiya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3. Operating Profit – Units Sold (0.87)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Güclü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müsbət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əlaqə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4. Price per Unit –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digər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dəyişənlər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Price per Unit – Total Sales (0.54) →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Orta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güclü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korelasiya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Price per Unit – Operating Profit (0.50) →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Orta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əlaqə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Price per Unit – Units Sold (0.27) →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Aşağı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əlaqə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476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F9A34C6-31A2-408C-9E22-495535667888}"/>
              </a:ext>
            </a:extLst>
          </p:cNvPr>
          <p:cNvGrpSpPr/>
          <p:nvPr/>
        </p:nvGrpSpPr>
        <p:grpSpPr>
          <a:xfrm flipH="1">
            <a:off x="6613860" y="3279742"/>
            <a:ext cx="5084656" cy="2132011"/>
            <a:chOff x="-1" y="1709211"/>
            <a:chExt cx="5695952" cy="3608220"/>
          </a:xfrm>
        </p:grpSpPr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D49F0CD9-53B0-42A1-89F1-68BD7E3D11ED}"/>
                </a:ext>
              </a:extLst>
            </p:cNvPr>
            <p:cNvSpPr/>
            <p:nvPr/>
          </p:nvSpPr>
          <p:spPr>
            <a:xfrm rot="16200000" flipV="1">
              <a:off x="1043866" y="665346"/>
              <a:ext cx="3608219" cy="5695950"/>
            </a:xfrm>
            <a:prstGeom prst="round2SameRect">
              <a:avLst>
                <a:gd name="adj1" fmla="val 43740"/>
                <a:gd name="adj2" fmla="val 0"/>
              </a:avLst>
            </a:prstGeom>
            <a:solidFill>
              <a:srgbClr val="3366CC">
                <a:alpha val="25000"/>
              </a:srgbClr>
            </a:solidFill>
            <a:ln>
              <a:noFill/>
            </a:ln>
            <a:effectLst>
              <a:reflection blurRad="6350" stA="50000" endA="300" endPos="90000" dist="508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FED6417-597D-4FD0-9D13-0ED094C8E6A6}"/>
                </a:ext>
              </a:extLst>
            </p:cNvPr>
            <p:cNvGrpSpPr/>
            <p:nvPr/>
          </p:nvGrpSpPr>
          <p:grpSpPr>
            <a:xfrm>
              <a:off x="-1" y="1709211"/>
              <a:ext cx="3137649" cy="3608220"/>
              <a:chOff x="-1" y="1709211"/>
              <a:chExt cx="3137649" cy="3608220"/>
            </a:xfrm>
          </p:grpSpPr>
          <p:sp>
            <p:nvSpPr>
              <p:cNvPr id="18" name="Half Frame 17">
                <a:extLst>
                  <a:ext uri="{FF2B5EF4-FFF2-40B4-BE49-F238E27FC236}">
                    <a16:creationId xmlns:a16="http://schemas.microsoft.com/office/drawing/2014/main" id="{258B5B77-C54B-4891-AFDA-FD7D8CA03CCA}"/>
                  </a:ext>
                </a:extLst>
              </p:cNvPr>
              <p:cNvSpPr/>
              <p:nvPr/>
            </p:nvSpPr>
            <p:spPr>
              <a:xfrm>
                <a:off x="-1" y="1709211"/>
                <a:ext cx="3137648" cy="1831848"/>
              </a:xfrm>
              <a:prstGeom prst="halfFrame">
                <a:avLst>
                  <a:gd name="adj1" fmla="val 4533"/>
                  <a:gd name="adj2" fmla="val 4984"/>
                </a:avLst>
              </a:prstGeom>
              <a:solidFill>
                <a:schemeClr val="dk2">
                  <a:alpha val="63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1001">
                <a:schemeClr val="dk2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Half Frame 18">
                <a:extLst>
                  <a:ext uri="{FF2B5EF4-FFF2-40B4-BE49-F238E27FC236}">
                    <a16:creationId xmlns:a16="http://schemas.microsoft.com/office/drawing/2014/main" id="{BDBD8761-B394-4661-96D9-255EEAD2CFB1}"/>
                  </a:ext>
                </a:extLst>
              </p:cNvPr>
              <p:cNvSpPr/>
              <p:nvPr/>
            </p:nvSpPr>
            <p:spPr>
              <a:xfrm flipV="1">
                <a:off x="0" y="3299012"/>
                <a:ext cx="3137648" cy="2018419"/>
              </a:xfrm>
              <a:prstGeom prst="halfFrame">
                <a:avLst>
                  <a:gd name="adj1" fmla="val 3344"/>
                  <a:gd name="adj2" fmla="val 4593"/>
                </a:avLst>
              </a:prstGeom>
              <a:solidFill>
                <a:schemeClr val="dk2">
                  <a:alpha val="63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1001">
                <a:schemeClr val="dk2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1BEFD90-F9CA-4BDF-94B2-46E9364791D4}"/>
              </a:ext>
            </a:extLst>
          </p:cNvPr>
          <p:cNvSpPr txBox="1"/>
          <p:nvPr/>
        </p:nvSpPr>
        <p:spPr>
          <a:xfrm>
            <a:off x="7204636" y="3591079"/>
            <a:ext cx="4232762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Profit by Gender (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Cinsə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görə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Mənfəət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Kişilər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(Man): 53.89%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Qadınlar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(Woman): 46.11%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D2901A-94A9-421D-89ED-4163083AC8D3}"/>
              </a:ext>
            </a:extLst>
          </p:cNvPr>
          <p:cNvGrpSpPr/>
          <p:nvPr/>
        </p:nvGrpSpPr>
        <p:grpSpPr>
          <a:xfrm flipH="1">
            <a:off x="6923313" y="737381"/>
            <a:ext cx="4795409" cy="2542363"/>
            <a:chOff x="-1" y="1709211"/>
            <a:chExt cx="5695952" cy="3608220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622FF63F-8C9E-4284-ADBB-147498B5B8BA}"/>
                </a:ext>
              </a:extLst>
            </p:cNvPr>
            <p:cNvSpPr/>
            <p:nvPr/>
          </p:nvSpPr>
          <p:spPr>
            <a:xfrm rot="16200000" flipV="1">
              <a:off x="1043866" y="665346"/>
              <a:ext cx="3608219" cy="5695950"/>
            </a:xfrm>
            <a:prstGeom prst="round2SameRect">
              <a:avLst>
                <a:gd name="adj1" fmla="val 43740"/>
                <a:gd name="adj2" fmla="val 0"/>
              </a:avLst>
            </a:prstGeom>
            <a:solidFill>
              <a:srgbClr val="3366CC">
                <a:alpha val="25000"/>
              </a:srgbClr>
            </a:solidFill>
            <a:ln>
              <a:noFill/>
            </a:ln>
            <a:effectLst>
              <a:reflection blurRad="6350" stA="50000" endA="300" endPos="90000" dist="508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034147-D4A8-43FA-9990-8CFA92F7EA31}"/>
                </a:ext>
              </a:extLst>
            </p:cNvPr>
            <p:cNvGrpSpPr/>
            <p:nvPr/>
          </p:nvGrpSpPr>
          <p:grpSpPr>
            <a:xfrm>
              <a:off x="-1" y="1709211"/>
              <a:ext cx="3137649" cy="3608220"/>
              <a:chOff x="-1" y="1709211"/>
              <a:chExt cx="3137649" cy="3608220"/>
            </a:xfrm>
          </p:grpSpPr>
          <p:sp>
            <p:nvSpPr>
              <p:cNvPr id="12" name="Half Frame 11">
                <a:extLst>
                  <a:ext uri="{FF2B5EF4-FFF2-40B4-BE49-F238E27FC236}">
                    <a16:creationId xmlns:a16="http://schemas.microsoft.com/office/drawing/2014/main" id="{B7780313-1664-45D1-ACF2-7AF457CB06F0}"/>
                  </a:ext>
                </a:extLst>
              </p:cNvPr>
              <p:cNvSpPr/>
              <p:nvPr/>
            </p:nvSpPr>
            <p:spPr>
              <a:xfrm>
                <a:off x="-1" y="1709211"/>
                <a:ext cx="3137648" cy="1831848"/>
              </a:xfrm>
              <a:prstGeom prst="halfFrame">
                <a:avLst>
                  <a:gd name="adj1" fmla="val 4533"/>
                  <a:gd name="adj2" fmla="val 4984"/>
                </a:avLst>
              </a:prstGeom>
              <a:solidFill>
                <a:schemeClr val="dk2">
                  <a:alpha val="63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1001">
                <a:schemeClr val="dk2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Half Frame 12">
                <a:extLst>
                  <a:ext uri="{FF2B5EF4-FFF2-40B4-BE49-F238E27FC236}">
                    <a16:creationId xmlns:a16="http://schemas.microsoft.com/office/drawing/2014/main" id="{BABD1F80-4152-4AE7-8881-70704B5F5B5F}"/>
                  </a:ext>
                </a:extLst>
              </p:cNvPr>
              <p:cNvSpPr/>
              <p:nvPr/>
            </p:nvSpPr>
            <p:spPr>
              <a:xfrm flipV="1">
                <a:off x="0" y="3299012"/>
                <a:ext cx="3137648" cy="2018419"/>
              </a:xfrm>
              <a:prstGeom prst="halfFrame">
                <a:avLst>
                  <a:gd name="adj1" fmla="val 3344"/>
                  <a:gd name="adj2" fmla="val 4593"/>
                </a:avLst>
              </a:prstGeom>
              <a:solidFill>
                <a:schemeClr val="dk2">
                  <a:alpha val="63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1001">
                <a:schemeClr val="dk2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7F84881-7615-4833-92C2-0EA6FE209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083" y="3279742"/>
            <a:ext cx="3416126" cy="2132011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5EEA00-909C-45D7-AF5E-A6EB79036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396" y="2211353"/>
            <a:ext cx="2352674" cy="7145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E2E5A6-F059-461C-A047-E7D00E2A6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37" y="2210859"/>
            <a:ext cx="2352674" cy="7145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4F1B66-7952-4F99-A2C5-C740DCB3C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395" y="1195729"/>
            <a:ext cx="2352675" cy="6762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BDB367-8EEB-4A4C-B10F-2F1A81187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137" y="1175072"/>
            <a:ext cx="2352675" cy="6762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63DA9B-A5E5-4A21-8D6D-4C0769A1FC8C}"/>
              </a:ext>
            </a:extLst>
          </p:cNvPr>
          <p:cNvSpPr txBox="1"/>
          <p:nvPr/>
        </p:nvSpPr>
        <p:spPr>
          <a:xfrm>
            <a:off x="7518074" y="886637"/>
            <a:ext cx="4942501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Əsas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Metrikalar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və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Segmentasiya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Total Sales: $120.17 M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Operating Profit: $47.22 M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Operating Margin: 41%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     Units Sold: 2.48 M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 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69A0211-F16A-402A-B2E0-1E6F82D22A22}"/>
              </a:ext>
            </a:extLst>
          </p:cNvPr>
          <p:cNvGrpSpPr/>
          <p:nvPr/>
        </p:nvGrpSpPr>
        <p:grpSpPr>
          <a:xfrm flipH="1">
            <a:off x="-178362" y="-109051"/>
            <a:ext cx="2467131" cy="7076101"/>
            <a:chOff x="10052177" y="-222844"/>
            <a:chExt cx="2460821" cy="729420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1EAA523-6FA1-4778-BF68-BA0E941AC6FE}"/>
                </a:ext>
              </a:extLst>
            </p:cNvPr>
            <p:cNvGrpSpPr/>
            <p:nvPr/>
          </p:nvGrpSpPr>
          <p:grpSpPr>
            <a:xfrm>
              <a:off x="10078612" y="-222844"/>
              <a:ext cx="2434386" cy="1994219"/>
              <a:chOff x="10078612" y="-222844"/>
              <a:chExt cx="2434386" cy="1994219"/>
            </a:xfrm>
          </p:grpSpPr>
          <p:pic>
            <p:nvPicPr>
              <p:cNvPr id="23" name="Graphic 22" descr="Braille with solid fill">
                <a:extLst>
                  <a:ext uri="{FF2B5EF4-FFF2-40B4-BE49-F238E27FC236}">
                    <a16:creationId xmlns:a16="http://schemas.microsoft.com/office/drawing/2014/main" id="{A28C58BB-192C-4D5A-A557-D3F0E884C9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11440078" y="698456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2" name="Graphic 21" descr="Braille with solid fill">
                <a:extLst>
                  <a:ext uri="{FF2B5EF4-FFF2-40B4-BE49-F238E27FC236}">
                    <a16:creationId xmlns:a16="http://schemas.microsoft.com/office/drawing/2014/main" id="{24C58AC1-FABE-42FD-93B9-F847DC0ED5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761547" y="-222844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4" name="Graphic 23" descr="Braille with solid fill">
                <a:extLst>
                  <a:ext uri="{FF2B5EF4-FFF2-40B4-BE49-F238E27FC236}">
                    <a16:creationId xmlns:a16="http://schemas.microsoft.com/office/drawing/2014/main" id="{558762AD-5F24-4582-93AE-53FED9A551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16200000">
                <a:off x="11440077" y="-129623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5" name="Graphic 24" descr="Braille with solid fill">
                <a:extLst>
                  <a:ext uri="{FF2B5EF4-FFF2-40B4-BE49-F238E27FC236}">
                    <a16:creationId xmlns:a16="http://schemas.microsoft.com/office/drawing/2014/main" id="{7DC0EDAF-FA71-49BB-9123-761254D1C8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 t="60613"/>
              <a:stretch/>
            </p:blipFill>
            <p:spPr>
              <a:xfrm>
                <a:off x="10078612" y="0"/>
                <a:ext cx="993563" cy="435473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7E668BD-E112-4050-AB17-4AD53A939BBF}"/>
                </a:ext>
              </a:extLst>
            </p:cNvPr>
            <p:cNvGrpSpPr/>
            <p:nvPr/>
          </p:nvGrpSpPr>
          <p:grpSpPr>
            <a:xfrm flipV="1">
              <a:off x="10052177" y="4626835"/>
              <a:ext cx="2434386" cy="2444523"/>
              <a:chOff x="9981137" y="4956571"/>
              <a:chExt cx="2434386" cy="1994219"/>
            </a:xfrm>
          </p:grpSpPr>
          <p:pic>
            <p:nvPicPr>
              <p:cNvPr id="27" name="Graphic 26" descr="Braille with solid fill">
                <a:extLst>
                  <a:ext uri="{FF2B5EF4-FFF2-40B4-BE49-F238E27FC236}">
                    <a16:creationId xmlns:a16="http://schemas.microsoft.com/office/drawing/2014/main" id="{D2E5110C-91E0-403E-BA43-355C76782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664072" y="4956571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8" name="Graphic 27" descr="Braille with solid fill">
                <a:extLst>
                  <a:ext uri="{FF2B5EF4-FFF2-40B4-BE49-F238E27FC236}">
                    <a16:creationId xmlns:a16="http://schemas.microsoft.com/office/drawing/2014/main" id="{F5AD0784-4184-4E83-B8EE-DE30FE2A62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11342603" y="5877871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9" name="Graphic 28" descr="Braille with solid fill">
                <a:extLst>
                  <a:ext uri="{FF2B5EF4-FFF2-40B4-BE49-F238E27FC236}">
                    <a16:creationId xmlns:a16="http://schemas.microsoft.com/office/drawing/2014/main" id="{4BE5A121-F2CC-4FCB-A5BC-0DA51D25A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16200000">
                <a:off x="11342602" y="5049792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30" name="Graphic 29" descr="Braille with solid fill">
                <a:extLst>
                  <a:ext uri="{FF2B5EF4-FFF2-40B4-BE49-F238E27FC236}">
                    <a16:creationId xmlns:a16="http://schemas.microsoft.com/office/drawing/2014/main" id="{59E4B12B-9A2B-4EBC-9B5A-4E70E4D102A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 t="60613"/>
              <a:stretch/>
            </p:blipFill>
            <p:spPr>
              <a:xfrm>
                <a:off x="9981137" y="5179415"/>
                <a:ext cx="993563" cy="43547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096346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460273E-0761-4F02-8BA1-B95E47866B8A}"/>
              </a:ext>
            </a:extLst>
          </p:cNvPr>
          <p:cNvGrpSpPr/>
          <p:nvPr/>
        </p:nvGrpSpPr>
        <p:grpSpPr>
          <a:xfrm flipH="1">
            <a:off x="-178362" y="-109051"/>
            <a:ext cx="2467131" cy="7076101"/>
            <a:chOff x="10052177" y="-222844"/>
            <a:chExt cx="2460821" cy="729420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DBDD87D-9CF5-4B52-8A85-043394B0BDB7}"/>
                </a:ext>
              </a:extLst>
            </p:cNvPr>
            <p:cNvGrpSpPr/>
            <p:nvPr/>
          </p:nvGrpSpPr>
          <p:grpSpPr>
            <a:xfrm>
              <a:off x="10078612" y="-222844"/>
              <a:ext cx="2434386" cy="1994219"/>
              <a:chOff x="10078612" y="-222844"/>
              <a:chExt cx="2434386" cy="1994219"/>
            </a:xfrm>
          </p:grpSpPr>
          <p:pic>
            <p:nvPicPr>
              <p:cNvPr id="25" name="Graphic 24" descr="Braille with solid fill">
                <a:extLst>
                  <a:ext uri="{FF2B5EF4-FFF2-40B4-BE49-F238E27FC236}">
                    <a16:creationId xmlns:a16="http://schemas.microsoft.com/office/drawing/2014/main" id="{850A1EAF-9563-4126-AB91-CE4A6800ED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11440078" y="698456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6" name="Graphic 25" descr="Braille with solid fill">
                <a:extLst>
                  <a:ext uri="{FF2B5EF4-FFF2-40B4-BE49-F238E27FC236}">
                    <a16:creationId xmlns:a16="http://schemas.microsoft.com/office/drawing/2014/main" id="{96842106-EE17-4BA0-8D3B-295E963463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761547" y="-222844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7" name="Graphic 26" descr="Braille with solid fill">
                <a:extLst>
                  <a:ext uri="{FF2B5EF4-FFF2-40B4-BE49-F238E27FC236}">
                    <a16:creationId xmlns:a16="http://schemas.microsoft.com/office/drawing/2014/main" id="{DA917682-518D-4B0E-BE4E-BC383750FB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6200000">
                <a:off x="11440077" y="-129623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8" name="Graphic 27" descr="Braille with solid fill">
                <a:extLst>
                  <a:ext uri="{FF2B5EF4-FFF2-40B4-BE49-F238E27FC236}">
                    <a16:creationId xmlns:a16="http://schemas.microsoft.com/office/drawing/2014/main" id="{B4E8677A-E83D-419D-ABF7-D0277F0A11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60613"/>
              <a:stretch/>
            </p:blipFill>
            <p:spPr>
              <a:xfrm>
                <a:off x="10078612" y="0"/>
                <a:ext cx="993563" cy="435473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7D39E52-6204-407F-95E0-8442472267A1}"/>
                </a:ext>
              </a:extLst>
            </p:cNvPr>
            <p:cNvGrpSpPr/>
            <p:nvPr/>
          </p:nvGrpSpPr>
          <p:grpSpPr>
            <a:xfrm flipV="1">
              <a:off x="10052177" y="4626835"/>
              <a:ext cx="2434386" cy="2444523"/>
              <a:chOff x="9981137" y="4956571"/>
              <a:chExt cx="2434386" cy="1994219"/>
            </a:xfrm>
          </p:grpSpPr>
          <p:pic>
            <p:nvPicPr>
              <p:cNvPr id="21" name="Graphic 20" descr="Braille with solid fill">
                <a:extLst>
                  <a:ext uri="{FF2B5EF4-FFF2-40B4-BE49-F238E27FC236}">
                    <a16:creationId xmlns:a16="http://schemas.microsoft.com/office/drawing/2014/main" id="{0AD616D0-048B-423E-A402-DD49E997E3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664072" y="4956571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2" name="Graphic 21" descr="Braille with solid fill">
                <a:extLst>
                  <a:ext uri="{FF2B5EF4-FFF2-40B4-BE49-F238E27FC236}">
                    <a16:creationId xmlns:a16="http://schemas.microsoft.com/office/drawing/2014/main" id="{3A5CB7C9-77B6-4EC0-801C-84804ED657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11342603" y="5877871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3" name="Graphic 22" descr="Braille with solid fill">
                <a:extLst>
                  <a:ext uri="{FF2B5EF4-FFF2-40B4-BE49-F238E27FC236}">
                    <a16:creationId xmlns:a16="http://schemas.microsoft.com/office/drawing/2014/main" id="{56DAA746-BEAB-4FE6-8A61-BC2858FFC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6200000">
                <a:off x="11342602" y="5049792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4" name="Graphic 23" descr="Braille with solid fill">
                <a:extLst>
                  <a:ext uri="{FF2B5EF4-FFF2-40B4-BE49-F238E27FC236}">
                    <a16:creationId xmlns:a16="http://schemas.microsoft.com/office/drawing/2014/main" id="{A4B43554-414D-4C6E-A1C6-A6D6AAEDF2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60613"/>
              <a:stretch/>
            </p:blipFill>
            <p:spPr>
              <a:xfrm>
                <a:off x="9981137" y="5179415"/>
                <a:ext cx="993563" cy="435473"/>
              </a:xfrm>
              <a:prstGeom prst="rect">
                <a:avLst/>
              </a:prstGeom>
            </p:spPr>
          </p:pic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4901AD5-E8D8-433C-9E10-3B7BF05D9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346" y="1046350"/>
            <a:ext cx="6582694" cy="20576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13972B-6538-42A2-80C9-4A6FC992D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7346" y="3753964"/>
            <a:ext cx="6535062" cy="207674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454C7DFB-E231-42AE-8C62-D402BD248625}"/>
              </a:ext>
            </a:extLst>
          </p:cNvPr>
          <p:cNvSpPr/>
          <p:nvPr/>
        </p:nvSpPr>
        <p:spPr>
          <a:xfrm>
            <a:off x="391960" y="1196199"/>
            <a:ext cx="4614717" cy="1757991"/>
          </a:xfrm>
          <a:prstGeom prst="rightArrow">
            <a:avLst>
              <a:gd name="adj1" fmla="val 51062"/>
              <a:gd name="adj2" fmla="val 67515"/>
            </a:avLst>
          </a:prstGeom>
          <a:solidFill>
            <a:srgbClr val="3366CC">
              <a:alpha val="25000"/>
            </a:srgbClr>
          </a:solidFill>
          <a:ln w="28575">
            <a:solidFill>
              <a:srgbClr val="B4C7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95625D-B8D5-403B-BFC7-CFC1439E241D}"/>
              </a:ext>
            </a:extLst>
          </p:cNvPr>
          <p:cNvSpPr txBox="1"/>
          <p:nvPr/>
        </p:nvSpPr>
        <p:spPr>
          <a:xfrm>
            <a:off x="511229" y="1793665"/>
            <a:ext cx="619086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2020: 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ə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 y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ü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ks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ə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k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Sentyabr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,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ə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 a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ş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ğı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Noyabr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80767C9-B364-4D6E-8085-682DB37FC786}"/>
              </a:ext>
            </a:extLst>
          </p:cNvPr>
          <p:cNvSpPr/>
          <p:nvPr/>
        </p:nvSpPr>
        <p:spPr>
          <a:xfrm>
            <a:off x="391959" y="3903810"/>
            <a:ext cx="4614717" cy="1757991"/>
          </a:xfrm>
          <a:prstGeom prst="rightArrow">
            <a:avLst>
              <a:gd name="adj1" fmla="val 51062"/>
              <a:gd name="adj2" fmla="val 67515"/>
            </a:avLst>
          </a:prstGeom>
          <a:solidFill>
            <a:srgbClr val="3366CC">
              <a:alpha val="25000"/>
            </a:srgbClr>
          </a:solidFill>
          <a:ln w="28575">
            <a:solidFill>
              <a:srgbClr val="B4C7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3F5201-AFE4-452A-9B67-35F002BB7414}"/>
              </a:ext>
            </a:extLst>
          </p:cNvPr>
          <p:cNvSpPr txBox="1"/>
          <p:nvPr/>
        </p:nvSpPr>
        <p:spPr>
          <a:xfrm>
            <a:off x="511229" y="4539783"/>
            <a:ext cx="619086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202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ə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 y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ü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ks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ə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k 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Dekabr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,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ə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 a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ş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ğı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az-Latn-AZ" b="1" dirty="0">
                <a:solidFill>
                  <a:schemeClr val="accent1">
                    <a:lumMod val="50000"/>
                  </a:schemeClr>
                </a:solidFill>
              </a:rPr>
              <a:t>Mart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883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Introduction Icon at Vectorified.com | Collection of Introduction Icon ...">
            <a:extLst>
              <a:ext uri="{FF2B5EF4-FFF2-40B4-BE49-F238E27FC236}">
                <a16:creationId xmlns:a16="http://schemas.microsoft.com/office/drawing/2014/main" id="{61EA5C03-2FF3-4F20-A8E8-8CF3874B1F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2486025" y="1211997"/>
            <a:ext cx="38862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D16311-6CD1-4E24-8F9E-268AB9FAA70A}"/>
              </a:ext>
            </a:extLst>
          </p:cNvPr>
          <p:cNvSpPr/>
          <p:nvPr/>
        </p:nvSpPr>
        <p:spPr>
          <a:xfrm rot="16200000">
            <a:off x="7542531" y="369571"/>
            <a:ext cx="2895600" cy="6403338"/>
          </a:xfrm>
          <a:prstGeom prst="round2SameRect">
            <a:avLst>
              <a:gd name="adj1" fmla="val 43740"/>
              <a:gd name="adj2" fmla="val 0"/>
            </a:avLst>
          </a:prstGeom>
          <a:solidFill>
            <a:srgbClr val="3366CC">
              <a:alpha val="25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C1BF24-5D48-41B4-B940-A16D0CAC4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91" y="641910"/>
            <a:ext cx="4915586" cy="27626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D4F604-6F51-45E8-9CE2-5A20CB724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91" y="3656775"/>
            <a:ext cx="4877481" cy="27245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04A2E8-D243-4D4C-9585-DC4E33566F6B}"/>
              </a:ext>
            </a:extLst>
          </p:cNvPr>
          <p:cNvSpPr txBox="1"/>
          <p:nvPr/>
        </p:nvSpPr>
        <p:spPr>
          <a:xfrm>
            <a:off x="6390226" y="2601743"/>
            <a:ext cx="5715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Coğrafi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Performans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Analizi</a:t>
            </a:r>
            <a:endParaRPr lang="az-Latn-AZ" sz="24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Top 5 City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Mənfəətə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görə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): Charleston, Portland, Los Angeles, Orlando, San Francisco. </a:t>
            </a: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Top 5 State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Mənfəətə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görə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): New York, California, Florida, Texas, South Carolina.  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1667AF-7C70-4565-AF55-EE70B3EC2AC4}"/>
              </a:ext>
            </a:extLst>
          </p:cNvPr>
          <p:cNvGrpSpPr/>
          <p:nvPr/>
        </p:nvGrpSpPr>
        <p:grpSpPr>
          <a:xfrm>
            <a:off x="10052177" y="-222844"/>
            <a:ext cx="2460821" cy="7294202"/>
            <a:chOff x="10052177" y="-222844"/>
            <a:chExt cx="2460821" cy="729420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D63ED6B-CDA0-4E5A-ACAC-695751E3CBB2}"/>
                </a:ext>
              </a:extLst>
            </p:cNvPr>
            <p:cNvGrpSpPr/>
            <p:nvPr/>
          </p:nvGrpSpPr>
          <p:grpSpPr>
            <a:xfrm>
              <a:off x="10078612" y="-222844"/>
              <a:ext cx="2434386" cy="1994219"/>
              <a:chOff x="10078612" y="-222844"/>
              <a:chExt cx="2434386" cy="1994219"/>
            </a:xfrm>
          </p:grpSpPr>
          <p:pic>
            <p:nvPicPr>
              <p:cNvPr id="20" name="Graphic 19" descr="Braille with solid fill">
                <a:extLst>
                  <a:ext uri="{FF2B5EF4-FFF2-40B4-BE49-F238E27FC236}">
                    <a16:creationId xmlns:a16="http://schemas.microsoft.com/office/drawing/2014/main" id="{C7B238BC-4F58-4BFB-A44F-05F23DF6D9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61547" y="-222844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2" name="Graphic 21" descr="Braille with solid fill">
                <a:extLst>
                  <a:ext uri="{FF2B5EF4-FFF2-40B4-BE49-F238E27FC236}">
                    <a16:creationId xmlns:a16="http://schemas.microsoft.com/office/drawing/2014/main" id="{B92DF690-23FD-47DE-9405-9B46EF0259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11440078" y="698456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3" name="Graphic 22" descr="Braille with solid fill">
                <a:extLst>
                  <a:ext uri="{FF2B5EF4-FFF2-40B4-BE49-F238E27FC236}">
                    <a16:creationId xmlns:a16="http://schemas.microsoft.com/office/drawing/2014/main" id="{C2C9B726-DCB9-415F-8461-FCC621940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6200000">
                <a:off x="11440077" y="-129623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4" name="Graphic 23" descr="Braille with solid fill">
                <a:extLst>
                  <a:ext uri="{FF2B5EF4-FFF2-40B4-BE49-F238E27FC236}">
                    <a16:creationId xmlns:a16="http://schemas.microsoft.com/office/drawing/2014/main" id="{71BCECC3-B031-4338-98C2-4ADF8F2064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t="60613"/>
              <a:stretch/>
            </p:blipFill>
            <p:spPr>
              <a:xfrm>
                <a:off x="10078612" y="0"/>
                <a:ext cx="993563" cy="435473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432A31B-F640-4DD8-BE4A-94C6340C193F}"/>
                </a:ext>
              </a:extLst>
            </p:cNvPr>
            <p:cNvGrpSpPr/>
            <p:nvPr/>
          </p:nvGrpSpPr>
          <p:grpSpPr>
            <a:xfrm flipV="1">
              <a:off x="10052177" y="4626835"/>
              <a:ext cx="2434386" cy="2444523"/>
              <a:chOff x="9981137" y="4956571"/>
              <a:chExt cx="2434386" cy="1994219"/>
            </a:xfrm>
          </p:grpSpPr>
          <p:pic>
            <p:nvPicPr>
              <p:cNvPr id="16" name="Graphic 15" descr="Braille with solid fill">
                <a:extLst>
                  <a:ext uri="{FF2B5EF4-FFF2-40B4-BE49-F238E27FC236}">
                    <a16:creationId xmlns:a16="http://schemas.microsoft.com/office/drawing/2014/main" id="{59484C7B-F626-4A4C-8E31-541C17E2AF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64072" y="4956571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17" name="Graphic 16" descr="Braille with solid fill">
                <a:extLst>
                  <a:ext uri="{FF2B5EF4-FFF2-40B4-BE49-F238E27FC236}">
                    <a16:creationId xmlns:a16="http://schemas.microsoft.com/office/drawing/2014/main" id="{12C7AA4B-3459-487C-BB96-1B0D34887F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11342603" y="5877871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18" name="Graphic 17" descr="Braille with solid fill">
                <a:extLst>
                  <a:ext uri="{FF2B5EF4-FFF2-40B4-BE49-F238E27FC236}">
                    <a16:creationId xmlns:a16="http://schemas.microsoft.com/office/drawing/2014/main" id="{0CC5CF03-1B0A-4984-B2AE-6C5664835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6200000">
                <a:off x="11342602" y="5049792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19" name="Graphic 18" descr="Braille with solid fill">
                <a:extLst>
                  <a:ext uri="{FF2B5EF4-FFF2-40B4-BE49-F238E27FC236}">
                    <a16:creationId xmlns:a16="http://schemas.microsoft.com/office/drawing/2014/main" id="{48A15E35-0B65-43C9-8B64-275E8BEBE4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t="60613"/>
              <a:stretch/>
            </p:blipFill>
            <p:spPr>
              <a:xfrm>
                <a:off x="9981137" y="5179415"/>
                <a:ext cx="993563" cy="43547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65707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1D4BC9A6-67CD-4B70-AC21-2B64F50F7A8A}"/>
              </a:ext>
            </a:extLst>
          </p:cNvPr>
          <p:cNvSpPr/>
          <p:nvPr/>
        </p:nvSpPr>
        <p:spPr>
          <a:xfrm rot="16200000">
            <a:off x="3296219" y="-3062952"/>
            <a:ext cx="764306" cy="7356739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3366CC">
              <a:alpha val="8000"/>
            </a:srgbClr>
          </a:solidFill>
          <a:ln>
            <a:noFill/>
          </a:ln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6425C3C8-DA69-4BF9-BA2A-CBC3BAF76A2D}"/>
              </a:ext>
            </a:extLst>
          </p:cNvPr>
          <p:cNvSpPr/>
          <p:nvPr/>
        </p:nvSpPr>
        <p:spPr>
          <a:xfrm rot="16200000" flipV="1">
            <a:off x="1321158" y="990638"/>
            <a:ext cx="3123890" cy="5695950"/>
          </a:xfrm>
          <a:prstGeom prst="round2SameRect">
            <a:avLst>
              <a:gd name="adj1" fmla="val 43740"/>
              <a:gd name="adj2" fmla="val 0"/>
            </a:avLst>
          </a:prstGeom>
          <a:solidFill>
            <a:srgbClr val="3366CC">
              <a:alpha val="25000"/>
            </a:srgb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12304C-9DBA-4F5E-AC38-7F6664489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923" y="4220049"/>
            <a:ext cx="3858069" cy="24046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A89678-BB53-4F59-AA2B-CDBEB1B1B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886" y="1235572"/>
            <a:ext cx="4570798" cy="28410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94B995-773F-48B9-85DF-852764D73B34}"/>
              </a:ext>
            </a:extLst>
          </p:cNvPr>
          <p:cNvSpPr txBox="1"/>
          <p:nvPr/>
        </p:nvSpPr>
        <p:spPr>
          <a:xfrm>
            <a:off x="100886" y="2656093"/>
            <a:ext cx="5966037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Satış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kanallarının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effektivliyi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regiondan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regiona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kəskin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fərqlənir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Profit by Sales Method (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Mənfəətə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görə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):  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Online: 41.4% (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Ən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çox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mənfəət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gətirən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kanal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) 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Outlet: 31.58%  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In-store: 27.02%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19951-D4D5-4E9B-B58B-93C988BDB19D}"/>
              </a:ext>
            </a:extLst>
          </p:cNvPr>
          <p:cNvSpPr txBox="1"/>
          <p:nvPr/>
        </p:nvSpPr>
        <p:spPr>
          <a:xfrm>
            <a:off x="194191" y="333015"/>
            <a:ext cx="6953058" cy="5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sz="20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Satış metodu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və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 Region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Performansının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Analizi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365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799F8D6C-D3BB-4AB0-A5CD-4B4FCFEC74B0}"/>
              </a:ext>
            </a:extLst>
          </p:cNvPr>
          <p:cNvSpPr/>
          <p:nvPr/>
        </p:nvSpPr>
        <p:spPr>
          <a:xfrm rot="16200000">
            <a:off x="7270378" y="206945"/>
            <a:ext cx="3953431" cy="5889812"/>
          </a:xfrm>
          <a:prstGeom prst="round2SameRect">
            <a:avLst>
              <a:gd name="adj1" fmla="val 36484"/>
              <a:gd name="adj2" fmla="val 0"/>
            </a:avLst>
          </a:prstGeom>
          <a:solidFill>
            <a:srgbClr val="3366CC">
              <a:alpha val="25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AACF275-8B5A-4CDA-B82D-25475375F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97" y="1670506"/>
            <a:ext cx="5496692" cy="29626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B4C7703-430F-472E-B613-F31C168738F3}"/>
              </a:ext>
            </a:extLst>
          </p:cNvPr>
          <p:cNvSpPr txBox="1"/>
          <p:nvPr/>
        </p:nvSpPr>
        <p:spPr>
          <a:xfrm>
            <a:off x="7189695" y="1305191"/>
            <a:ext cx="500230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</a:rPr>
              <a:t>Total Sales by State and Sales Method</a:t>
            </a:r>
            <a:endParaRPr lang="az-Latn-AZ" b="1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</a:rPr>
              <a:t> </a:t>
            </a:r>
            <a:endParaRPr lang="az-Latn-AZ" b="1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r"/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Hər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bir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Top 5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ştatda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dominant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satış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kanalı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fərqlidir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.</a:t>
            </a:r>
            <a:endParaRPr lang="az-Latn-AZ" sz="1800" b="1" dirty="0">
              <a:solidFill>
                <a:schemeClr val="accent1">
                  <a:lumMod val="50000"/>
                </a:schemeClr>
              </a:solidFill>
              <a:effectLst/>
              <a:latin typeface="Arial Nova Light" panose="020B0304020202020204" pitchFamily="34" charset="0"/>
            </a:endParaRPr>
          </a:p>
          <a:p>
            <a:pPr algn="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New York (NY): Outlet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kanalı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($4.3M)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açıq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şəkildə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liderdir</a:t>
            </a:r>
            <a:endParaRPr lang="az-Latn-AZ" b="1" dirty="0">
              <a:solidFill>
                <a:schemeClr val="accent1">
                  <a:lumMod val="50000"/>
                </a:schemeClr>
              </a:solidFill>
              <a:latin typeface="Arial Nova Light" panose="020B0304020202020204" pitchFamily="34" charset="0"/>
            </a:endParaRPr>
          </a:p>
          <a:p>
            <a:pPr algn="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California (CA): Online ($7.1M) dominant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kanaldır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,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lakin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Outlet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satışları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0-dır (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və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ya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yoxdur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). </a:t>
            </a:r>
            <a:endParaRPr lang="az-Latn-AZ" sz="1800" b="1" dirty="0">
              <a:solidFill>
                <a:schemeClr val="accent1">
                  <a:lumMod val="50000"/>
                </a:schemeClr>
              </a:solidFill>
              <a:effectLst/>
              <a:latin typeface="Arial Nova Light" panose="020B0304020202020204" pitchFamily="34" charset="0"/>
            </a:endParaRPr>
          </a:p>
          <a:p>
            <a:pPr algn="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Florida (FL): In-store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kanalı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($5.2M)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digər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kanallardan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üstün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gələrək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ən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güclü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kanaldır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. </a:t>
            </a:r>
            <a:endParaRPr lang="az-Latn-AZ" sz="1800" b="1" dirty="0">
              <a:solidFill>
                <a:schemeClr val="accent1">
                  <a:lumMod val="50000"/>
                </a:schemeClr>
              </a:solidFill>
              <a:effectLst/>
              <a:latin typeface="Arial Nova Light" panose="020B0304020202020204" pitchFamily="34" charset="0"/>
            </a:endParaRPr>
          </a:p>
          <a:p>
            <a:pPr algn="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Texas (TX): Outlet ($5.5M)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liderdir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,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lakin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In-store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satışları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yoxdur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. * South Carolina (SC):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Yalnız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Online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kanal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($3.6M)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vasitəsilə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satış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aparılıb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effectLst/>
                <a:latin typeface="Arial Nova Light" panose="020B0304020202020204" pitchFamily="34" charset="0"/>
              </a:rPr>
              <a:t>..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rial Nova Light" panose="020B0304020202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AF1375B-2DF0-4F69-A8EB-0210D7558024}"/>
              </a:ext>
            </a:extLst>
          </p:cNvPr>
          <p:cNvGrpSpPr/>
          <p:nvPr/>
        </p:nvGrpSpPr>
        <p:grpSpPr>
          <a:xfrm flipH="1">
            <a:off x="-178362" y="-109051"/>
            <a:ext cx="2467131" cy="7076101"/>
            <a:chOff x="10052177" y="-222844"/>
            <a:chExt cx="2460821" cy="729420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6FA608A-95AA-4B45-8C2C-2A1EDC0F1A89}"/>
                </a:ext>
              </a:extLst>
            </p:cNvPr>
            <p:cNvGrpSpPr/>
            <p:nvPr/>
          </p:nvGrpSpPr>
          <p:grpSpPr>
            <a:xfrm>
              <a:off x="10078612" y="-222844"/>
              <a:ext cx="2434386" cy="1994219"/>
              <a:chOff x="10078612" y="-222844"/>
              <a:chExt cx="2434386" cy="1994219"/>
            </a:xfrm>
          </p:grpSpPr>
          <p:pic>
            <p:nvPicPr>
              <p:cNvPr id="44" name="Graphic 43" descr="Braille with solid fill">
                <a:extLst>
                  <a:ext uri="{FF2B5EF4-FFF2-40B4-BE49-F238E27FC236}">
                    <a16:creationId xmlns:a16="http://schemas.microsoft.com/office/drawing/2014/main" id="{AE3F1CB7-B3AA-4FCC-AFB1-068EA817B0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11440078" y="698456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45" name="Graphic 44" descr="Braille with solid fill">
                <a:extLst>
                  <a:ext uri="{FF2B5EF4-FFF2-40B4-BE49-F238E27FC236}">
                    <a16:creationId xmlns:a16="http://schemas.microsoft.com/office/drawing/2014/main" id="{A04C8761-9054-48B0-AA98-4BD2C4CFB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761547" y="-222844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46" name="Graphic 45" descr="Braille with solid fill">
                <a:extLst>
                  <a:ext uri="{FF2B5EF4-FFF2-40B4-BE49-F238E27FC236}">
                    <a16:creationId xmlns:a16="http://schemas.microsoft.com/office/drawing/2014/main" id="{28A466CA-34D0-4AC5-AA52-FB75833199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200000">
                <a:off x="11440077" y="-129623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52" name="Graphic 51" descr="Braille with solid fill">
                <a:extLst>
                  <a:ext uri="{FF2B5EF4-FFF2-40B4-BE49-F238E27FC236}">
                    <a16:creationId xmlns:a16="http://schemas.microsoft.com/office/drawing/2014/main" id="{E7B9ABED-FFCD-4974-ABE3-E0FBD04F66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t="60613"/>
              <a:stretch/>
            </p:blipFill>
            <p:spPr>
              <a:xfrm>
                <a:off x="10078612" y="0"/>
                <a:ext cx="993563" cy="435473"/>
              </a:xfrm>
              <a:prstGeom prst="rect">
                <a:avLst/>
              </a:prstGeom>
            </p:spPr>
          </p:pic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A7F7D4D-9416-48ED-96EC-2502D682F7C8}"/>
                </a:ext>
              </a:extLst>
            </p:cNvPr>
            <p:cNvGrpSpPr/>
            <p:nvPr/>
          </p:nvGrpSpPr>
          <p:grpSpPr>
            <a:xfrm flipV="1">
              <a:off x="10052177" y="4626835"/>
              <a:ext cx="2434386" cy="2444523"/>
              <a:chOff x="9981137" y="4956571"/>
              <a:chExt cx="2434386" cy="1994219"/>
            </a:xfrm>
          </p:grpSpPr>
          <p:pic>
            <p:nvPicPr>
              <p:cNvPr id="36" name="Graphic 35" descr="Braille with solid fill">
                <a:extLst>
                  <a:ext uri="{FF2B5EF4-FFF2-40B4-BE49-F238E27FC236}">
                    <a16:creationId xmlns:a16="http://schemas.microsoft.com/office/drawing/2014/main" id="{1BBEA251-6E36-494A-89AB-6154C3BE5A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664072" y="4956571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37" name="Graphic 36" descr="Braille with solid fill">
                <a:extLst>
                  <a:ext uri="{FF2B5EF4-FFF2-40B4-BE49-F238E27FC236}">
                    <a16:creationId xmlns:a16="http://schemas.microsoft.com/office/drawing/2014/main" id="{CC3EB6C6-58E3-4026-B670-E92609BF8B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>
                <a:off x="11342603" y="5877871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39" name="Graphic 38" descr="Braille with solid fill">
                <a:extLst>
                  <a:ext uri="{FF2B5EF4-FFF2-40B4-BE49-F238E27FC236}">
                    <a16:creationId xmlns:a16="http://schemas.microsoft.com/office/drawing/2014/main" id="{45111A4D-B065-4566-9DBC-0AC02D7678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200000">
                <a:off x="11342602" y="5049792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42" name="Graphic 41" descr="Braille with solid fill">
                <a:extLst>
                  <a:ext uri="{FF2B5EF4-FFF2-40B4-BE49-F238E27FC236}">
                    <a16:creationId xmlns:a16="http://schemas.microsoft.com/office/drawing/2014/main" id="{2FD61AD1-1846-4508-8262-4FF27C9A69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t="60613"/>
              <a:stretch/>
            </p:blipFill>
            <p:spPr>
              <a:xfrm>
                <a:off x="9981137" y="5179415"/>
                <a:ext cx="993563" cy="43547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30502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6425C3C8-DA69-4BF9-BA2A-CBC3BAF76A2D}"/>
              </a:ext>
            </a:extLst>
          </p:cNvPr>
          <p:cNvSpPr/>
          <p:nvPr/>
        </p:nvSpPr>
        <p:spPr>
          <a:xfrm rot="16200000" flipV="1">
            <a:off x="2068705" y="-133063"/>
            <a:ext cx="2701925" cy="6769086"/>
          </a:xfrm>
          <a:prstGeom prst="round2SameRect">
            <a:avLst>
              <a:gd name="adj1" fmla="val 24381"/>
              <a:gd name="adj2" fmla="val 0"/>
            </a:avLst>
          </a:prstGeom>
          <a:solidFill>
            <a:srgbClr val="3366CC">
              <a:alpha val="25000"/>
            </a:srgb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94B995-773F-48B9-85DF-852764D73B34}"/>
              </a:ext>
            </a:extLst>
          </p:cNvPr>
          <p:cNvSpPr txBox="1"/>
          <p:nvPr/>
        </p:nvSpPr>
        <p:spPr>
          <a:xfrm>
            <a:off x="414686" y="2078318"/>
            <a:ext cx="619083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az-Latn-AZ" sz="2000" b="1" dirty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Pərakəndə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Satışçı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Performansı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(Retailer Performance)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Ən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çox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 West Gear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Ən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az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 Walmart  </a:t>
            </a:r>
            <a:endParaRPr lang="az-Latn-AZ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az-Latn-AZ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/>
              <a:t>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Məhsul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Performansı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az-Latn-AZ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Ən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çox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 Men's Street Footwear ($28M)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Ən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az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 Women's Athletic Footwear ($14M)   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AFEE29-6EBD-43F0-A5D8-277F63173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787" y="727074"/>
            <a:ext cx="3852897" cy="27019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E9B6F8-E5ED-4BB9-A7DD-A42958259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177" y="3807545"/>
            <a:ext cx="3758507" cy="255548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2CA90EF-670A-4739-9314-680B2196B892}"/>
              </a:ext>
            </a:extLst>
          </p:cNvPr>
          <p:cNvGrpSpPr/>
          <p:nvPr/>
        </p:nvGrpSpPr>
        <p:grpSpPr>
          <a:xfrm flipH="1">
            <a:off x="-178362" y="-109051"/>
            <a:ext cx="2467131" cy="7076101"/>
            <a:chOff x="10052177" y="-222844"/>
            <a:chExt cx="2460821" cy="729420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61C20E4-A158-4BF5-B499-9141779F373F}"/>
                </a:ext>
              </a:extLst>
            </p:cNvPr>
            <p:cNvGrpSpPr/>
            <p:nvPr/>
          </p:nvGrpSpPr>
          <p:grpSpPr>
            <a:xfrm>
              <a:off x="10078612" y="-222844"/>
              <a:ext cx="2434386" cy="1994219"/>
              <a:chOff x="10078612" y="-222844"/>
              <a:chExt cx="2434386" cy="1994219"/>
            </a:xfrm>
          </p:grpSpPr>
          <p:pic>
            <p:nvPicPr>
              <p:cNvPr id="21" name="Graphic 20" descr="Braille with solid fill">
                <a:extLst>
                  <a:ext uri="{FF2B5EF4-FFF2-40B4-BE49-F238E27FC236}">
                    <a16:creationId xmlns:a16="http://schemas.microsoft.com/office/drawing/2014/main" id="{A330E3C0-5BBD-424F-BC50-E8E852723A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11440078" y="698456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2" name="Graphic 21" descr="Braille with solid fill">
                <a:extLst>
                  <a:ext uri="{FF2B5EF4-FFF2-40B4-BE49-F238E27FC236}">
                    <a16:creationId xmlns:a16="http://schemas.microsoft.com/office/drawing/2014/main" id="{F11F1713-431C-4633-8F4F-5B397D2479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61547" y="-222844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3" name="Graphic 22" descr="Braille with solid fill">
                <a:extLst>
                  <a:ext uri="{FF2B5EF4-FFF2-40B4-BE49-F238E27FC236}">
                    <a16:creationId xmlns:a16="http://schemas.microsoft.com/office/drawing/2014/main" id="{71B07274-19C9-403D-A3C3-5BA4E3C0FE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6200000">
                <a:off x="11440077" y="-129623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5" name="Graphic 24" descr="Braille with solid fill">
                <a:extLst>
                  <a:ext uri="{FF2B5EF4-FFF2-40B4-BE49-F238E27FC236}">
                    <a16:creationId xmlns:a16="http://schemas.microsoft.com/office/drawing/2014/main" id="{72F668F2-C4A0-4CD1-877B-7A2C0775847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t="60613"/>
              <a:stretch/>
            </p:blipFill>
            <p:spPr>
              <a:xfrm>
                <a:off x="10078612" y="0"/>
                <a:ext cx="993563" cy="435473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032D964-C752-4DB5-A962-4A444F6879B5}"/>
                </a:ext>
              </a:extLst>
            </p:cNvPr>
            <p:cNvGrpSpPr/>
            <p:nvPr/>
          </p:nvGrpSpPr>
          <p:grpSpPr>
            <a:xfrm flipV="1">
              <a:off x="10052177" y="4626835"/>
              <a:ext cx="2434386" cy="2444523"/>
              <a:chOff x="9981137" y="4956571"/>
              <a:chExt cx="2434386" cy="1994219"/>
            </a:xfrm>
          </p:grpSpPr>
          <p:pic>
            <p:nvPicPr>
              <p:cNvPr id="17" name="Graphic 16" descr="Braille with solid fill">
                <a:extLst>
                  <a:ext uri="{FF2B5EF4-FFF2-40B4-BE49-F238E27FC236}">
                    <a16:creationId xmlns:a16="http://schemas.microsoft.com/office/drawing/2014/main" id="{5719C596-D265-4022-ADAF-0305235115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64072" y="4956571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18" name="Graphic 17" descr="Braille with solid fill">
                <a:extLst>
                  <a:ext uri="{FF2B5EF4-FFF2-40B4-BE49-F238E27FC236}">
                    <a16:creationId xmlns:a16="http://schemas.microsoft.com/office/drawing/2014/main" id="{5CABCF68-DBCF-4475-A99B-2A6EB208D0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11342603" y="5877871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19" name="Graphic 18" descr="Braille with solid fill">
                <a:extLst>
                  <a:ext uri="{FF2B5EF4-FFF2-40B4-BE49-F238E27FC236}">
                    <a16:creationId xmlns:a16="http://schemas.microsoft.com/office/drawing/2014/main" id="{5552737A-BC0C-4FCC-829F-3A355063FC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6200000">
                <a:off x="11342602" y="5049792"/>
                <a:ext cx="1015647" cy="1130192"/>
              </a:xfrm>
              <a:prstGeom prst="rect">
                <a:avLst/>
              </a:prstGeom>
            </p:spPr>
          </p:pic>
          <p:pic>
            <p:nvPicPr>
              <p:cNvPr id="20" name="Graphic 19" descr="Braille with solid fill">
                <a:extLst>
                  <a:ext uri="{FF2B5EF4-FFF2-40B4-BE49-F238E27FC236}">
                    <a16:creationId xmlns:a16="http://schemas.microsoft.com/office/drawing/2014/main" id="{8766C260-7E88-4668-9AF8-2C60C31F4E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 amt="20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t="60613"/>
              <a:stretch/>
            </p:blipFill>
            <p:spPr>
              <a:xfrm>
                <a:off x="9981137" y="5179415"/>
                <a:ext cx="993563" cy="43547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66695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Blue Adidas Wallpapers - Top Free Blue Adidas Backgrounds - WallpaperAccess">
            <a:extLst>
              <a:ext uri="{FF2B5EF4-FFF2-40B4-BE49-F238E27FC236}">
                <a16:creationId xmlns:a16="http://schemas.microsoft.com/office/drawing/2014/main" id="{95D54CC5-0DA9-4E77-B9B3-C6D711928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9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6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365C915-6297-4131-9770-C56ACB2689D6}"/>
              </a:ext>
            </a:extLst>
          </p:cNvPr>
          <p:cNvSpPr txBox="1"/>
          <p:nvPr/>
        </p:nvSpPr>
        <p:spPr>
          <a:xfrm>
            <a:off x="5038169" y="181545"/>
            <a:ext cx="79176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z-Latn-AZ" sz="40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Nəticələr və Tövsiyyələr</a:t>
            </a:r>
            <a:endParaRPr lang="en-US" sz="40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C9BFB13-6F63-4FE4-89B8-A8D9FB0016EA}"/>
              </a:ext>
            </a:extLst>
          </p:cNvPr>
          <p:cNvSpPr/>
          <p:nvPr/>
        </p:nvSpPr>
        <p:spPr>
          <a:xfrm rot="16200000">
            <a:off x="1827160" y="-1389245"/>
            <a:ext cx="840921" cy="5581092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3366CC">
              <a:alpha val="8000"/>
            </a:srgb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 descr="Introduction Icon at Vectorified.com | Collection of Introduction Icon ...">
            <a:extLst>
              <a:ext uri="{FF2B5EF4-FFF2-40B4-BE49-F238E27FC236}">
                <a16:creationId xmlns:a16="http://schemas.microsoft.com/office/drawing/2014/main" id="{61EA5C03-2FF3-4F20-A8E8-8CF3874B1F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2486025" y="1211997"/>
            <a:ext cx="38862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475EC229-A34D-4209-98E5-0208E234C128}"/>
              </a:ext>
            </a:extLst>
          </p:cNvPr>
          <p:cNvSpPr/>
          <p:nvPr/>
        </p:nvSpPr>
        <p:spPr>
          <a:xfrm rot="16200000" flipV="1">
            <a:off x="2244381" y="-422619"/>
            <a:ext cx="1607238" cy="6096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3366CC">
              <a:alpha val="25000"/>
            </a:srgb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4A2E8-D243-4D4C-9585-DC4E33566F6B}"/>
              </a:ext>
            </a:extLst>
          </p:cNvPr>
          <p:cNvSpPr txBox="1"/>
          <p:nvPr/>
        </p:nvSpPr>
        <p:spPr>
          <a:xfrm>
            <a:off x="179295" y="1175242"/>
            <a:ext cx="5581093" cy="2620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Əsas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Nəticə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(Key Takeaway)</a:t>
            </a:r>
            <a:endParaRPr lang="az-Latn-AZ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Şirkətin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Online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Satış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Kanalları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(41.4%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mənfəət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payı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Qərb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(West)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Regionu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ümumi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performans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mənfəət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baxımından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ən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güclü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sütunlardır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Men's Street Footwear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həm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satış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həcmi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həm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gəlir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baxımından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şirkətin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ən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vacib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məhsul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kateqoriyasıdır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0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DA49E8F4-7FAD-42B5-A784-5B3359914E66}"/>
              </a:ext>
            </a:extLst>
          </p:cNvPr>
          <p:cNvSpPr/>
          <p:nvPr/>
        </p:nvSpPr>
        <p:spPr>
          <a:xfrm rot="16200000" flipV="1">
            <a:off x="7002261" y="1593616"/>
            <a:ext cx="3225644" cy="715383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3366CC">
              <a:alpha val="25000"/>
            </a:srgb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80B5500E-A13D-467E-8619-A5EF14DD8893}"/>
              </a:ext>
            </a:extLst>
          </p:cNvPr>
          <p:cNvSpPr/>
          <p:nvPr/>
        </p:nvSpPr>
        <p:spPr>
          <a:xfrm rot="16200000">
            <a:off x="9358061" y="528325"/>
            <a:ext cx="840921" cy="5261704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3366CC">
              <a:alpha val="8000"/>
            </a:srgb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A1F417-0E81-48DD-B3AE-7D4CD62FBF11}"/>
              </a:ext>
            </a:extLst>
          </p:cNvPr>
          <p:cNvSpPr txBox="1"/>
          <p:nvPr/>
        </p:nvSpPr>
        <p:spPr>
          <a:xfrm>
            <a:off x="5147231" y="2969961"/>
            <a:ext cx="659083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z-Latn-AZ" sz="2400" b="1" dirty="0">
                <a:solidFill>
                  <a:schemeClr val="accent1">
                    <a:lumMod val="50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Əsas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Nəticə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(Key Takeaway)</a:t>
            </a:r>
            <a:endParaRPr lang="az-Latn-AZ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Online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Kanalına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Fokus</a:t>
            </a:r>
            <a:endParaRPr lang="az-Latn-AZ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Top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Ştatlara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Fokus</a:t>
            </a:r>
            <a:endParaRPr lang="az-Latn-AZ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Northeast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regionunda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In-store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kanalı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hələ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liderdir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Burada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fiziki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mağazaların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təcrübəsinin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artırılmasına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personel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təlimi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mağaza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dizaynı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üstünlük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verilməlidir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  </a:t>
            </a:r>
            <a:endParaRPr lang="az-Latn-AZ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Midwest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Southeast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regionlarında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Outlet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satışlarının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niyə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aşağı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olduğunu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araşdırmaq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bu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kanalı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gücləndirmək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üçün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kampaniyalar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təşkil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etmək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lazımdır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az-Latn-AZ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Men's Street Footwear-in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Dəstəklənməsi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Bu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məhsulun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həmişə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stokda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olmasını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təmin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etmək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üçün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təchizat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zəncirində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prioritet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verilməlidir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algn="just"/>
            <a:endParaRPr lang="en-US" dirty="0"/>
          </a:p>
          <a:p>
            <a:pPr algn="just"/>
            <a:endParaRPr lang="az-Latn-AZ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Graphic 4" descr="Business Growth with solid fill">
            <a:extLst>
              <a:ext uri="{FF2B5EF4-FFF2-40B4-BE49-F238E27FC236}">
                <a16:creationId xmlns:a16="http://schemas.microsoft.com/office/drawing/2014/main" id="{303FE1D7-20F2-4A56-A95A-9A602ED2D8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6011" y="3834887"/>
            <a:ext cx="2671289" cy="267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72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Beginner’s Guide to Understanding Big Data Analytics">
            <a:extLst>
              <a:ext uri="{FF2B5EF4-FFF2-40B4-BE49-F238E27FC236}">
                <a16:creationId xmlns:a16="http://schemas.microsoft.com/office/drawing/2014/main" id="{141B971A-3AF7-4CD2-AAE9-20F411FF6F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  <a14:imgEffect>
                      <a14:brightnessContrast bright="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942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E190EF48-E337-4306-A246-96B4F7EBC15F}"/>
              </a:ext>
            </a:extLst>
          </p:cNvPr>
          <p:cNvSpPr/>
          <p:nvPr/>
        </p:nvSpPr>
        <p:spPr>
          <a:xfrm rot="16200000" flipV="1">
            <a:off x="5011743" y="-3800566"/>
            <a:ext cx="3073952" cy="13097438"/>
          </a:xfrm>
          <a:prstGeom prst="round2SameRect">
            <a:avLst>
              <a:gd name="adj1" fmla="val 24381"/>
              <a:gd name="adj2" fmla="val 0"/>
            </a:avLst>
          </a:prstGeom>
          <a:solidFill>
            <a:srgbClr val="3366CC">
              <a:alpha val="25000"/>
            </a:srgb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2" name="Picture 8" descr="Blue Adidas Wallpapers - Top Free Blue Adidas Backgrounds - WallpaperAccess">
            <a:extLst>
              <a:ext uri="{FF2B5EF4-FFF2-40B4-BE49-F238E27FC236}">
                <a16:creationId xmlns:a16="http://schemas.microsoft.com/office/drawing/2014/main" id="{199998A7-86EE-4A2A-88BF-BCE40140F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19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5000"/>
                    </a14:imgEffect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CEF4ED-45C8-44A2-85DA-2B6B92B1B94F}"/>
              </a:ext>
            </a:extLst>
          </p:cNvPr>
          <p:cNvSpPr txBox="1"/>
          <p:nvPr/>
        </p:nvSpPr>
        <p:spPr>
          <a:xfrm>
            <a:off x="1420144" y="1708412"/>
            <a:ext cx="9351711" cy="230832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az-Latn-AZ" sz="7200" dirty="0">
                <a:latin typeface="Cavolini" panose="03000502040302020204" pitchFamily="66" charset="0"/>
                <a:cs typeface="Cavolini" panose="03000502040302020204" pitchFamily="66" charset="0"/>
              </a:rPr>
              <a:t>İzlədiyiniz üçün təşəkkürlər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E22664-6236-44E5-B6E8-42B7160CE354}"/>
              </a:ext>
            </a:extLst>
          </p:cNvPr>
          <p:cNvSpPr txBox="1"/>
          <p:nvPr/>
        </p:nvSpPr>
        <p:spPr>
          <a:xfrm>
            <a:off x="5172997" y="5308269"/>
            <a:ext cx="23251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by Lamiye Miriyeva</a:t>
            </a:r>
          </a:p>
        </p:txBody>
      </p:sp>
    </p:spTree>
    <p:extLst>
      <p:ext uri="{BB962C8B-B14F-4D97-AF65-F5344CB8AC3E}">
        <p14:creationId xmlns:p14="http://schemas.microsoft.com/office/powerpoint/2010/main" val="2901012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Words>635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Aharoni</vt:lpstr>
      <vt:lpstr>Arial</vt:lpstr>
      <vt:lpstr>Arial Black</vt:lpstr>
      <vt:lpstr>Arial Nova Light</vt:lpstr>
      <vt:lpstr>Arial Rounded MT Bold</vt:lpstr>
      <vt:lpstr>Bahnschrift Light Condensed</vt:lpstr>
      <vt:lpstr>Calibri</vt:lpstr>
      <vt:lpstr>Calibri Light</vt:lpstr>
      <vt:lpstr>Cavolini</vt:lpstr>
      <vt:lpstr>Lucida Sans Typewriter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Lamiye Miriyeva</dc:creator>
  <cp:lastModifiedBy>Lamiye Miriyeva</cp:lastModifiedBy>
  <cp:revision>27</cp:revision>
  <dcterms:created xsi:type="dcterms:W3CDTF">2025-11-22T19:16:45Z</dcterms:created>
  <dcterms:modified xsi:type="dcterms:W3CDTF">2025-11-23T07:08:43Z</dcterms:modified>
</cp:coreProperties>
</file>